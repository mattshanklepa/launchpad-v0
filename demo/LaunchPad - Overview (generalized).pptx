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60" r:id="rId4"/>
  </p:sldMasterIdLst>
  <p:notesMasterIdLst>
    <p:notesMasterId r:id="rId10"/>
  </p:notesMasterIdLst>
  <p:handoutMasterIdLst>
    <p:handoutMasterId r:id="rId11"/>
  </p:handoutMasterIdLst>
  <p:sldIdLst>
    <p:sldId id="257" r:id="rId5"/>
    <p:sldId id="2146848334" r:id="rId6"/>
    <p:sldId id="258" r:id="rId7"/>
    <p:sldId id="259" r:id="rId8"/>
    <p:sldId id="2146848335" r:id="rId19"/>
    <p:sldId id="260" r:id="rId9"/>
  </p:sldIdLst>
  <p:sldSz cx="12192000" cy="6858000"/>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AEE0EDF-383B-44AF-9129-2879A91ABAD5}">
          <p14:sldIdLst>
            <p14:sldId id="257"/>
            <p14:sldId id="2146848334"/>
            <p14:sldId id="258"/>
            <p14:sldId id="259"/>
            <p14:sldId id="260"/>
          </p14:sldIdLst>
        </p14:section>
      </p14:sectionLst>
    </p:ext>
    <p:ext uri="{EFAFB233-063F-42B5-8137-9DF3F51BA10A}">
      <p15:sldGuideLst xmlns:p15="http://schemas.microsoft.com/office/powerpoint/2012/main">
        <p15:guide id="1" orient="horz">
          <p15:clr>
            <a:srgbClr val="A4A3A4"/>
          </p15:clr>
        </p15:guide>
        <p15:guide id="2" pos="6072">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2" roundtripDataSignature="AMtx7mgWjmh0+iogvtzdMzIKP9zrLAoQv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rad Hunter" initials="" lastIdx="6" clrIdx="0"/>
  <p:cmAuthor id="1" name="Brad Hunter" initials="BH" lastIdx="3" clrIdx="1">
    <p:extLst>
      <p:ext uri="{19B8F6BF-5375-455C-9EA6-DF929625EA0E}">
        <p15:presenceInfo xmlns:p15="http://schemas.microsoft.com/office/powerpoint/2012/main" userId="S::brad.hunter@packagedagile.com::702da67d-1178-488f-bb36-616516c1b75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E8FF"/>
    <a:srgbClr val="FFFFFF"/>
    <a:srgbClr val="DBEED5"/>
    <a:srgbClr val="000000"/>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EB1919-0990-4EFA-8FA3-ABC87FBCE184}" v="1" dt="2026-04-17T15:21:06.806"/>
  </p1510:revLst>
</p1510:revInfo>
</file>

<file path=ppt/tableStyles.xml><?xml version="1.0" encoding="utf-8"?>
<a:tblStyleLst xmlns:a="http://schemas.openxmlformats.org/drawingml/2006/main" def="{62BC4DC9-6357-4CBD-B6E6-9500A85C5769}">
  <a:tblStyle styleId="{62BC4DC9-6357-4CBD-B6E6-9500A85C5769}"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8" d="100"/>
          <a:sy n="88" d="100"/>
        </p:scale>
        <p:origin x="420" y="84"/>
      </p:cViewPr>
      <p:guideLst>
        <p:guide orient="horz"/>
        <p:guide pos="607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6.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9" Type="http://schemas.openxmlformats.org/officeDocument/2006/relationships/slide" Target="slides/slide5.xml"/><Relationship Id="rId62" Type="http://customschemas.google.com/relationships/presentationmetadata" Target="metadata"/><Relationship Id="rId63" Type="http://schemas.openxmlformats.org/officeDocument/2006/relationships/commentAuthors" Target="commentAuthors.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 Id="rId68"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A0F18F-75C5-1441-F268-0EDD0BE3C53E}"/>
              </a:ext>
            </a:extLst>
          </p:cNvPr>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3161F95-5CF1-BC7D-A084-8D588348699C}"/>
              </a:ext>
            </a:extLst>
          </p:cNvPr>
          <p:cNvSpPr>
            <a:spLocks noGrp="1"/>
          </p:cNvSpPr>
          <p:nvPr>
            <p:ph type="dt" sz="quarter" idx="1"/>
          </p:nvPr>
        </p:nvSpPr>
        <p:spPr>
          <a:xfrm>
            <a:off x="4143375" y="0"/>
            <a:ext cx="3170238" cy="481013"/>
          </a:xfrm>
          <a:prstGeom prst="rect">
            <a:avLst/>
          </a:prstGeom>
        </p:spPr>
        <p:txBody>
          <a:bodyPr vert="horz" lIns="91440" tIns="45720" rIns="91440" bIns="45720" rtlCol="0"/>
          <a:lstStyle>
            <a:lvl1pPr algn="r">
              <a:defRPr sz="1200"/>
            </a:lvl1pPr>
          </a:lstStyle>
          <a:p>
            <a:fld id="{CABD35E0-41AF-4C24-9EDA-3073C1A9F7EF}" type="datetimeFigureOut">
              <a:rPr lang="en-US" smtClean="0"/>
              <a:t>6/8/2026</a:t>
            </a:fld>
            <a:endParaRPr lang="en-US"/>
          </a:p>
        </p:txBody>
      </p:sp>
      <p:sp>
        <p:nvSpPr>
          <p:cNvPr id="4" name="Footer Placeholder 3">
            <a:extLst>
              <a:ext uri="{FF2B5EF4-FFF2-40B4-BE49-F238E27FC236}">
                <a16:creationId xmlns:a16="http://schemas.microsoft.com/office/drawing/2014/main" id="{622CD7BA-1EC3-0B51-4D3E-4B1099BBDC4B}"/>
              </a:ext>
            </a:extLst>
          </p:cNvPr>
          <p:cNvSpPr>
            <a:spLocks noGrp="1"/>
          </p:cNvSpPr>
          <p:nvPr>
            <p:ph type="ftr" sz="quarter" idx="2"/>
          </p:nvPr>
        </p:nvSpPr>
        <p:spPr>
          <a:xfrm>
            <a:off x="0" y="9120188"/>
            <a:ext cx="3170238" cy="481012"/>
          </a:xfrm>
          <a:prstGeom prst="rect">
            <a:avLst/>
          </a:prstGeom>
        </p:spPr>
        <p:txBody>
          <a:bodyPr vert="horz" lIns="91440" tIns="45720" rIns="91440" bIns="45720" rtlCol="0" anchor="b"/>
          <a:lstStyle>
            <a:lvl1pPr algn="l">
              <a:defRPr sz="1200"/>
            </a:lvl1pPr>
          </a:lstStyle>
          <a:p>
            <a:r>
              <a:rPr lang="en-US"/>
              <a:t>2025 Packaged Agile, LLC Proprietary and Confidential</a:t>
            </a:r>
          </a:p>
        </p:txBody>
      </p:sp>
      <p:sp>
        <p:nvSpPr>
          <p:cNvPr id="5" name="Slide Number Placeholder 4">
            <a:extLst>
              <a:ext uri="{FF2B5EF4-FFF2-40B4-BE49-F238E27FC236}">
                <a16:creationId xmlns:a16="http://schemas.microsoft.com/office/drawing/2014/main" id="{521F6CCC-D8AC-9A2D-B64C-8347E48822A5}"/>
              </a:ext>
            </a:extLst>
          </p:cNvPr>
          <p:cNvSpPr>
            <a:spLocks noGrp="1"/>
          </p:cNvSpPr>
          <p:nvPr>
            <p:ph type="sldNum" sz="quarter" idx="3"/>
          </p:nvPr>
        </p:nvSpPr>
        <p:spPr>
          <a:xfrm>
            <a:off x="4143375" y="9120188"/>
            <a:ext cx="3170238" cy="481012"/>
          </a:xfrm>
          <a:prstGeom prst="rect">
            <a:avLst/>
          </a:prstGeom>
        </p:spPr>
        <p:txBody>
          <a:bodyPr vert="horz" lIns="91440" tIns="45720" rIns="91440" bIns="45720" rtlCol="0" anchor="b"/>
          <a:lstStyle>
            <a:lvl1pPr algn="r">
              <a:defRPr sz="1200"/>
            </a:lvl1pPr>
          </a:lstStyle>
          <a:p>
            <a:fld id="{0E1EA75C-C822-4CD3-8A91-092760ED3A36}" type="slidenum">
              <a:rPr lang="en-US" smtClean="0"/>
              <a:t>‹#›</a:t>
            </a:fld>
            <a:endParaRPr lang="en-US"/>
          </a:p>
        </p:txBody>
      </p:sp>
    </p:spTree>
    <p:extLst>
      <p:ext uri="{BB962C8B-B14F-4D97-AF65-F5344CB8AC3E}">
        <p14:creationId xmlns:p14="http://schemas.microsoft.com/office/powerpoint/2010/main" val="118971599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1"/>
            <a:ext cx="3169920" cy="481727"/>
          </a:xfrm>
          <a:prstGeom prst="rect">
            <a:avLst/>
          </a:prstGeom>
          <a:noFill/>
          <a:ln>
            <a:noFill/>
          </a:ln>
        </p:spPr>
        <p:txBody>
          <a:bodyPr spcFirstLastPara="1" wrap="square" lIns="83155" tIns="41577" rIns="83155" bIns="41577"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7" y="1"/>
            <a:ext cx="3169920" cy="481727"/>
          </a:xfrm>
          <a:prstGeom prst="rect">
            <a:avLst/>
          </a:prstGeom>
          <a:noFill/>
          <a:ln>
            <a:noFill/>
          </a:ln>
        </p:spPr>
        <p:txBody>
          <a:bodyPr spcFirstLastPara="1" wrap="square" lIns="83155" tIns="41577" rIns="83155" bIns="41577"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731520" y="4620577"/>
            <a:ext cx="5852160" cy="3780473"/>
          </a:xfrm>
          <a:prstGeom prst="rect">
            <a:avLst/>
          </a:prstGeom>
          <a:noFill/>
          <a:ln>
            <a:noFill/>
          </a:ln>
        </p:spPr>
        <p:txBody>
          <a:bodyPr spcFirstLastPara="1" wrap="square" lIns="83155" tIns="41577" rIns="83155" bIns="41577"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81"/>
            <a:ext cx="3169920" cy="481726"/>
          </a:xfrm>
          <a:prstGeom prst="rect">
            <a:avLst/>
          </a:prstGeom>
          <a:noFill/>
          <a:ln>
            <a:noFill/>
          </a:ln>
        </p:spPr>
        <p:txBody>
          <a:bodyPr spcFirstLastPara="1" wrap="square" lIns="83155" tIns="41577" rIns="83155" bIns="41577"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9pPr>
          </a:lstStyle>
          <a:p>
            <a:r>
              <a:rPr lang="en-US"/>
              <a:t>2025 Packaged Agile, LLC Proprietary and Confidential</a:t>
            </a:r>
            <a:endParaRPr/>
          </a:p>
        </p:txBody>
      </p:sp>
      <p:sp>
        <p:nvSpPr>
          <p:cNvPr id="8" name="Google Shape;8;n"/>
          <p:cNvSpPr txBox="1">
            <a:spLocks noGrp="1"/>
          </p:cNvSpPr>
          <p:nvPr>
            <p:ph type="sldNum" idx="12"/>
          </p:nvPr>
        </p:nvSpPr>
        <p:spPr>
          <a:xfrm>
            <a:off x="4143587" y="9119481"/>
            <a:ext cx="3169920" cy="481726"/>
          </a:xfrm>
          <a:prstGeom prst="rect">
            <a:avLst/>
          </a:prstGeom>
          <a:noFill/>
          <a:ln>
            <a:noFill/>
          </a:ln>
        </p:spPr>
        <p:txBody>
          <a:bodyPr spcFirstLastPara="1" wrap="square" lIns="83155" tIns="41577" rIns="83155" bIns="41577" anchor="b" anchorCtr="0">
            <a:noAutofit/>
          </a:bodyPr>
          <a:lstStyle/>
          <a:p>
            <a:pPr algn="r">
              <a:buSzPts val="1300"/>
            </a:pPr>
            <a:fld id="{00000000-1234-1234-1234-123412341234}" type="slidenum">
              <a:rPr lang="en-US" sz="1200" smtClean="0">
                <a:solidFill>
                  <a:schemeClr val="dk1"/>
                </a:solidFill>
                <a:latin typeface="Calibri"/>
                <a:ea typeface="Calibri"/>
                <a:cs typeface="Calibri"/>
                <a:sym typeface="Calibri"/>
              </a:rPr>
              <a:pPr algn="r">
                <a:buSzPts val="1300"/>
              </a:pPr>
              <a:t>‹#›</a:t>
            </a:fld>
            <a:endParaRPr lang="en-US" sz="12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hf hd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71AE3-4DA7-96A4-78F0-749DF5EF7D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D34E46-E343-AABC-55EF-0036724760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621AEC-B167-446D-3845-CA2D59B0F44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F7924D5-5BB1-A9EC-9F34-E08478050ACB}"/>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190267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5.jpeg"/><Relationship Id="rId4" Type="http://schemas.openxmlformats.org/officeDocument/2006/relationships/image" Target="../media/image1.png"/><Relationship Id="rId5" Type="http://schemas.openxmlformats.org/officeDocument/2006/relationships/hyperlink" Target="http://www.packagedagile.com/" TargetMode="External"/><Relationship Id="rId6" Type="http://schemas.openxmlformats.org/officeDocument/2006/relationships/hyperlink" Target="mailto:info@packagedagile.com" TargetMode="Externa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www.packagedagile.com/" TargetMode="External"/><Relationship Id="rId4" Type="http://schemas.openxmlformats.org/officeDocument/2006/relationships/hyperlink" Target="mailto:info@packagedagile.com" TargetMode="Externa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0086CA"/>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3B1F2C9-7D8B-E853-59DC-D211A73B583A}"/>
              </a:ext>
            </a:extLst>
          </p:cNvPr>
          <p:cNvSpPr txBox="1"/>
          <p:nvPr userDrawn="1"/>
        </p:nvSpPr>
        <p:spPr>
          <a:xfrm>
            <a:off x="417385" y="6506031"/>
            <a:ext cx="4727044" cy="215444"/>
          </a:xfrm>
          <a:prstGeom prst="rect">
            <a:avLst/>
          </a:prstGeom>
          <a:noFill/>
        </p:spPr>
        <p:txBody>
          <a:bodyPr wrap="square" rtlCol="0">
            <a:spAutoFit/>
          </a:bodyPr>
          <a:lstStyle/>
          <a:p>
            <a:r>
              <a:rPr lang="en-US" sz="800">
                <a:solidFill>
                  <a:schemeClr val="bg1"/>
                </a:solidFill>
                <a:latin typeface="RadikalW03-Regular" pitchFamily="2" charset="77"/>
              </a:rPr>
              <a:t>© 2025 Packaged Agile, LLC. Proprietary and Confidential. All Rights Reserved.</a:t>
            </a:r>
          </a:p>
        </p:txBody>
      </p:sp>
      <p:pic>
        <p:nvPicPr>
          <p:cNvPr id="10" name="Picture 9" descr="Text&#10;&#10;Description automatically generated with low confidence">
            <a:extLst>
              <a:ext uri="{FF2B5EF4-FFF2-40B4-BE49-F238E27FC236}">
                <a16:creationId xmlns:a16="http://schemas.microsoft.com/office/drawing/2014/main" id="{38D97BBA-F3BF-3FDD-EE35-70DB7BD9A55C}"/>
              </a:ext>
            </a:extLst>
          </p:cNvPr>
          <p:cNvPicPr>
            <a:picLocks noChangeAspect="1"/>
          </p:cNvPicPr>
          <p:nvPr userDrawn="1"/>
        </p:nvPicPr>
        <p:blipFill>
          <a:blip r:embed="rId2"/>
          <a:stretch>
            <a:fillRect/>
          </a:stretch>
        </p:blipFill>
        <p:spPr>
          <a:xfrm>
            <a:off x="360357" y="361631"/>
            <a:ext cx="2420550" cy="782251"/>
          </a:xfrm>
          <a:prstGeom prst="rect">
            <a:avLst/>
          </a:prstGeom>
        </p:spPr>
      </p:pic>
      <p:pic>
        <p:nvPicPr>
          <p:cNvPr id="11" name="Picture 10">
            <a:extLst>
              <a:ext uri="{FF2B5EF4-FFF2-40B4-BE49-F238E27FC236}">
                <a16:creationId xmlns:a16="http://schemas.microsoft.com/office/drawing/2014/main" id="{EA574D8D-9340-F276-7C59-D2D5625F56CB}"/>
              </a:ext>
            </a:extLst>
          </p:cNvPr>
          <p:cNvPicPr>
            <a:picLocks noChangeAspect="1"/>
          </p:cNvPicPr>
          <p:nvPr userDrawn="1"/>
        </p:nvPicPr>
        <p:blipFill>
          <a:blip r:embed="rId3"/>
          <a:stretch>
            <a:fillRect/>
          </a:stretch>
        </p:blipFill>
        <p:spPr>
          <a:xfrm>
            <a:off x="5129283" y="0"/>
            <a:ext cx="7062717" cy="6858000"/>
          </a:xfrm>
          <a:prstGeom prst="rect">
            <a:avLst/>
          </a:prstGeom>
        </p:spPr>
      </p:pic>
      <p:sp>
        <p:nvSpPr>
          <p:cNvPr id="17" name="Title 16">
            <a:extLst>
              <a:ext uri="{FF2B5EF4-FFF2-40B4-BE49-F238E27FC236}">
                <a16:creationId xmlns:a16="http://schemas.microsoft.com/office/drawing/2014/main" id="{CEC48ADF-6A98-702E-3CE1-B4340C9C48F0}"/>
              </a:ext>
            </a:extLst>
          </p:cNvPr>
          <p:cNvSpPr>
            <a:spLocks noGrp="1"/>
          </p:cNvSpPr>
          <p:nvPr>
            <p:ph type="title" hasCustomPrompt="1"/>
          </p:nvPr>
        </p:nvSpPr>
        <p:spPr>
          <a:xfrm>
            <a:off x="360356" y="1472312"/>
            <a:ext cx="4539304" cy="1880488"/>
          </a:xfrm>
          <a:prstGeom prst="rect">
            <a:avLst/>
          </a:prstGeom>
        </p:spPr>
        <p:txBody>
          <a:bodyPr anchor="b">
            <a:noAutofit/>
          </a:bodyPr>
          <a:lstStyle>
            <a:lvl1pPr>
              <a:lnSpc>
                <a:spcPct val="110000"/>
              </a:lnSpc>
              <a:spcAft>
                <a:spcPts val="1800"/>
              </a:spcAft>
              <a:defRPr sz="3600">
                <a:solidFill>
                  <a:schemeClr val="bg1"/>
                </a:solidFill>
                <a:latin typeface="RadikalW03-Regular" panose="01000000000000000000" pitchFamily="2" charset="0"/>
              </a:defRPr>
            </a:lvl1pPr>
          </a:lstStyle>
          <a:p>
            <a:r>
              <a:rPr lang="en-US"/>
              <a:t>Title</a:t>
            </a:r>
          </a:p>
        </p:txBody>
      </p:sp>
      <p:sp>
        <p:nvSpPr>
          <p:cNvPr id="20" name="Content Placeholder 18">
            <a:extLst>
              <a:ext uri="{FF2B5EF4-FFF2-40B4-BE49-F238E27FC236}">
                <a16:creationId xmlns:a16="http://schemas.microsoft.com/office/drawing/2014/main" id="{90BED17B-AB5F-91C6-0736-6C3C4A700170}"/>
              </a:ext>
            </a:extLst>
          </p:cNvPr>
          <p:cNvSpPr>
            <a:spLocks noGrp="1"/>
          </p:cNvSpPr>
          <p:nvPr>
            <p:ph sz="quarter" idx="11" hasCustomPrompt="1"/>
          </p:nvPr>
        </p:nvSpPr>
        <p:spPr>
          <a:xfrm>
            <a:off x="360356" y="5378943"/>
            <a:ext cx="2519997" cy="436905"/>
          </a:xfrm>
          <a:prstGeom prst="rect">
            <a:avLst/>
          </a:prstGeom>
        </p:spPr>
        <p:txBody>
          <a:bodyPr>
            <a:noAutofit/>
          </a:bodyPr>
          <a:lstStyle>
            <a:lvl1pPr marL="0" indent="0">
              <a:lnSpc>
                <a:spcPct val="110000"/>
              </a:lnSpc>
              <a:spcBef>
                <a:spcPts val="600"/>
              </a:spcBef>
              <a:spcAft>
                <a:spcPts val="1200"/>
              </a:spcAft>
              <a:buNone/>
              <a:defRPr sz="1600">
                <a:solidFill>
                  <a:schemeClr val="bg1"/>
                </a:solidFill>
                <a:latin typeface="RadikalW03-Regular" panose="01000000000000000000" pitchFamily="2" charset="0"/>
              </a:defRPr>
            </a:lvl1pPr>
          </a:lstStyle>
          <a:p>
            <a:pPr lvl="0"/>
            <a:r>
              <a:rPr lang="en-US"/>
              <a:t>Month Year</a:t>
            </a:r>
          </a:p>
        </p:txBody>
      </p:sp>
      <p:sp>
        <p:nvSpPr>
          <p:cNvPr id="22" name="Text Placeholder 21">
            <a:extLst>
              <a:ext uri="{FF2B5EF4-FFF2-40B4-BE49-F238E27FC236}">
                <a16:creationId xmlns:a16="http://schemas.microsoft.com/office/drawing/2014/main" id="{52ABB762-CD80-E248-CD0F-E7C30AFF228D}"/>
              </a:ext>
            </a:extLst>
          </p:cNvPr>
          <p:cNvSpPr>
            <a:spLocks noGrp="1"/>
          </p:cNvSpPr>
          <p:nvPr>
            <p:ph type="body" sz="quarter" idx="12" hasCustomPrompt="1"/>
          </p:nvPr>
        </p:nvSpPr>
        <p:spPr>
          <a:xfrm>
            <a:off x="360998" y="3710469"/>
            <a:ext cx="4538662" cy="1173288"/>
          </a:xfrm>
          <a:prstGeom prst="rect">
            <a:avLst/>
          </a:prstGeom>
        </p:spPr>
        <p:txBody>
          <a:bodyPr>
            <a:noAutofit/>
          </a:bodyPr>
          <a:lstStyle>
            <a:lvl1pPr marL="0" indent="0">
              <a:lnSpc>
                <a:spcPct val="110000"/>
              </a:lnSpc>
              <a:spcBef>
                <a:spcPts val="600"/>
              </a:spcBef>
              <a:spcAft>
                <a:spcPts val="1200"/>
              </a:spcAft>
              <a:buNone/>
              <a:defRPr sz="2000">
                <a:solidFill>
                  <a:schemeClr val="bg1"/>
                </a:solidFill>
                <a:latin typeface="RadikalW03-Regular" panose="01000000000000000000" pitchFamily="2" charset="0"/>
              </a:defRPr>
            </a:lvl1pPr>
            <a:lvl2pPr>
              <a:lnSpc>
                <a:spcPct val="110000"/>
              </a:lnSpc>
              <a:spcBef>
                <a:spcPts val="600"/>
              </a:spcBef>
              <a:spcAft>
                <a:spcPts val="1200"/>
              </a:spcAft>
              <a:defRPr>
                <a:solidFill>
                  <a:schemeClr val="bg1"/>
                </a:solidFill>
              </a:defRPr>
            </a:lvl2pPr>
            <a:lvl3pPr>
              <a:lnSpc>
                <a:spcPct val="110000"/>
              </a:lnSpc>
              <a:spcBef>
                <a:spcPts val="600"/>
              </a:spcBef>
              <a:spcAft>
                <a:spcPts val="1200"/>
              </a:spcAft>
              <a:defRPr>
                <a:solidFill>
                  <a:schemeClr val="bg1"/>
                </a:solidFill>
              </a:defRPr>
            </a:lvl3pPr>
            <a:lvl4pPr>
              <a:lnSpc>
                <a:spcPct val="110000"/>
              </a:lnSpc>
              <a:spcBef>
                <a:spcPts val="600"/>
              </a:spcBef>
              <a:spcAft>
                <a:spcPts val="1200"/>
              </a:spcAft>
              <a:defRPr>
                <a:solidFill>
                  <a:schemeClr val="bg1"/>
                </a:solidFill>
              </a:defRPr>
            </a:lvl4pPr>
            <a:lvl5pPr>
              <a:lnSpc>
                <a:spcPct val="110000"/>
              </a:lnSpc>
              <a:spcBef>
                <a:spcPts val="600"/>
              </a:spcBef>
              <a:spcAft>
                <a:spcPts val="1200"/>
              </a:spcAft>
              <a:defRPr>
                <a:solidFill>
                  <a:schemeClr val="bg1"/>
                </a:solidFill>
              </a:defRPr>
            </a:lvl5pPr>
          </a:lstStyle>
          <a:p>
            <a:pPr lvl="0"/>
            <a:r>
              <a:rPr lang="en-US"/>
              <a:t>Subtitle</a:t>
            </a:r>
          </a:p>
        </p:txBody>
      </p:sp>
    </p:spTree>
    <p:extLst>
      <p:ext uri="{BB962C8B-B14F-4D97-AF65-F5344CB8AC3E}">
        <p14:creationId xmlns:p14="http://schemas.microsoft.com/office/powerpoint/2010/main" val="4075231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rgbClr val="0086CA"/>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3B1F2C9-7D8B-E853-59DC-D211A73B583A}"/>
              </a:ext>
            </a:extLst>
          </p:cNvPr>
          <p:cNvSpPr txBox="1"/>
          <p:nvPr userDrawn="1"/>
        </p:nvSpPr>
        <p:spPr>
          <a:xfrm>
            <a:off x="417385" y="6562593"/>
            <a:ext cx="4727044" cy="215444"/>
          </a:xfrm>
          <a:prstGeom prst="rect">
            <a:avLst/>
          </a:prstGeom>
          <a:noFill/>
        </p:spPr>
        <p:txBody>
          <a:bodyPr wrap="square" rtlCol="0">
            <a:spAutoFit/>
          </a:bodyPr>
          <a:lstStyle/>
          <a:p>
            <a:r>
              <a:rPr lang="en-US" sz="800">
                <a:solidFill>
                  <a:schemeClr val="bg1"/>
                </a:solidFill>
                <a:latin typeface="RadikalW03-Regular" pitchFamily="2" charset="77"/>
              </a:rPr>
              <a:t>© 2025 Packaged Agile, LLC. Proprietary and Confidential. All Rights Reserved.</a:t>
            </a:r>
          </a:p>
        </p:txBody>
      </p:sp>
      <p:pic>
        <p:nvPicPr>
          <p:cNvPr id="10" name="Picture 9" descr="Text&#10;&#10;Description automatically generated with low confidence">
            <a:extLst>
              <a:ext uri="{FF2B5EF4-FFF2-40B4-BE49-F238E27FC236}">
                <a16:creationId xmlns:a16="http://schemas.microsoft.com/office/drawing/2014/main" id="{38D97BBA-F3BF-3FDD-EE35-70DB7BD9A55C}"/>
              </a:ext>
            </a:extLst>
          </p:cNvPr>
          <p:cNvPicPr>
            <a:picLocks noChangeAspect="1"/>
          </p:cNvPicPr>
          <p:nvPr userDrawn="1"/>
        </p:nvPicPr>
        <p:blipFill>
          <a:blip r:embed="rId2"/>
          <a:stretch>
            <a:fillRect/>
          </a:stretch>
        </p:blipFill>
        <p:spPr>
          <a:xfrm>
            <a:off x="360357" y="361631"/>
            <a:ext cx="2420550" cy="782251"/>
          </a:xfrm>
          <a:prstGeom prst="rect">
            <a:avLst/>
          </a:prstGeom>
        </p:spPr>
      </p:pic>
      <p:sp>
        <p:nvSpPr>
          <p:cNvPr id="3" name="Picture Placeholder 2">
            <a:extLst>
              <a:ext uri="{FF2B5EF4-FFF2-40B4-BE49-F238E27FC236}">
                <a16:creationId xmlns:a16="http://schemas.microsoft.com/office/drawing/2014/main" id="{387AE48F-ADC4-2D84-53C9-9B27BC74A2D6}"/>
              </a:ext>
            </a:extLst>
          </p:cNvPr>
          <p:cNvSpPr>
            <a:spLocks noGrp="1"/>
          </p:cNvSpPr>
          <p:nvPr>
            <p:ph type="pic" sz="quarter" idx="12"/>
          </p:nvPr>
        </p:nvSpPr>
        <p:spPr>
          <a:xfrm>
            <a:off x="5227638" y="0"/>
            <a:ext cx="6964362" cy="6858000"/>
          </a:xfrm>
          <a:prstGeom prst="rect">
            <a:avLst/>
          </a:prstGeom>
        </p:spPr>
        <p:txBody>
          <a:bodyPr anchor="ctr"/>
          <a:lstStyle>
            <a:lvl1pPr marL="0" indent="0" algn="ctr">
              <a:buNone/>
              <a:defRPr>
                <a:solidFill>
                  <a:schemeClr val="bg1"/>
                </a:solidFill>
              </a:defRPr>
            </a:lvl1pPr>
          </a:lstStyle>
          <a:p>
            <a:r>
              <a:rPr lang="en-US"/>
              <a:t>Click icon to add picture</a:t>
            </a:r>
          </a:p>
        </p:txBody>
      </p:sp>
      <p:sp>
        <p:nvSpPr>
          <p:cNvPr id="4" name="Title 16">
            <a:extLst>
              <a:ext uri="{FF2B5EF4-FFF2-40B4-BE49-F238E27FC236}">
                <a16:creationId xmlns:a16="http://schemas.microsoft.com/office/drawing/2014/main" id="{80CBB885-A82A-4159-E18C-CA1D341CC962}"/>
              </a:ext>
            </a:extLst>
          </p:cNvPr>
          <p:cNvSpPr>
            <a:spLocks noGrp="1"/>
          </p:cNvSpPr>
          <p:nvPr>
            <p:ph type="title" hasCustomPrompt="1"/>
          </p:nvPr>
        </p:nvSpPr>
        <p:spPr>
          <a:xfrm>
            <a:off x="360356" y="1472312"/>
            <a:ext cx="4539304" cy="1880488"/>
          </a:xfrm>
          <a:prstGeom prst="rect">
            <a:avLst/>
          </a:prstGeom>
        </p:spPr>
        <p:txBody>
          <a:bodyPr anchor="b">
            <a:noAutofit/>
          </a:bodyPr>
          <a:lstStyle>
            <a:lvl1pPr>
              <a:lnSpc>
                <a:spcPct val="110000"/>
              </a:lnSpc>
              <a:spcAft>
                <a:spcPts val="1800"/>
              </a:spcAft>
              <a:defRPr sz="3600">
                <a:solidFill>
                  <a:schemeClr val="bg1"/>
                </a:solidFill>
                <a:latin typeface="RadikalW03-Regular" panose="01000000000000000000" pitchFamily="2" charset="0"/>
              </a:defRPr>
            </a:lvl1pPr>
          </a:lstStyle>
          <a:p>
            <a:r>
              <a:rPr lang="en-US"/>
              <a:t>Title</a:t>
            </a:r>
          </a:p>
        </p:txBody>
      </p:sp>
      <p:sp>
        <p:nvSpPr>
          <p:cNvPr id="5" name="Content Placeholder 18">
            <a:extLst>
              <a:ext uri="{FF2B5EF4-FFF2-40B4-BE49-F238E27FC236}">
                <a16:creationId xmlns:a16="http://schemas.microsoft.com/office/drawing/2014/main" id="{36F13EC9-712E-4027-F012-1EB64C97F5B0}"/>
              </a:ext>
            </a:extLst>
          </p:cNvPr>
          <p:cNvSpPr>
            <a:spLocks noGrp="1"/>
          </p:cNvSpPr>
          <p:nvPr>
            <p:ph sz="quarter" idx="11" hasCustomPrompt="1"/>
          </p:nvPr>
        </p:nvSpPr>
        <p:spPr>
          <a:xfrm>
            <a:off x="360356" y="5378943"/>
            <a:ext cx="2519997" cy="436905"/>
          </a:xfrm>
          <a:prstGeom prst="rect">
            <a:avLst/>
          </a:prstGeom>
        </p:spPr>
        <p:txBody>
          <a:bodyPr>
            <a:noAutofit/>
          </a:bodyPr>
          <a:lstStyle>
            <a:lvl1pPr marL="0" indent="0">
              <a:lnSpc>
                <a:spcPct val="110000"/>
              </a:lnSpc>
              <a:spcBef>
                <a:spcPts val="600"/>
              </a:spcBef>
              <a:spcAft>
                <a:spcPts val="1200"/>
              </a:spcAft>
              <a:buNone/>
              <a:defRPr sz="1600">
                <a:solidFill>
                  <a:schemeClr val="bg1"/>
                </a:solidFill>
                <a:latin typeface="RadikalW03-Regular" panose="01000000000000000000" pitchFamily="2" charset="0"/>
              </a:defRPr>
            </a:lvl1pPr>
          </a:lstStyle>
          <a:p>
            <a:pPr lvl="0"/>
            <a:r>
              <a:rPr lang="en-US"/>
              <a:t>Month Year</a:t>
            </a:r>
          </a:p>
        </p:txBody>
      </p:sp>
      <p:sp>
        <p:nvSpPr>
          <p:cNvPr id="6" name="Text Placeholder 21">
            <a:extLst>
              <a:ext uri="{FF2B5EF4-FFF2-40B4-BE49-F238E27FC236}">
                <a16:creationId xmlns:a16="http://schemas.microsoft.com/office/drawing/2014/main" id="{60E57810-3993-54A6-4271-FADB4984FD56}"/>
              </a:ext>
            </a:extLst>
          </p:cNvPr>
          <p:cNvSpPr>
            <a:spLocks noGrp="1"/>
          </p:cNvSpPr>
          <p:nvPr>
            <p:ph type="body" sz="quarter" idx="13" hasCustomPrompt="1"/>
          </p:nvPr>
        </p:nvSpPr>
        <p:spPr>
          <a:xfrm>
            <a:off x="360998" y="3710469"/>
            <a:ext cx="4538662" cy="1173288"/>
          </a:xfrm>
          <a:prstGeom prst="rect">
            <a:avLst/>
          </a:prstGeom>
        </p:spPr>
        <p:txBody>
          <a:bodyPr>
            <a:noAutofit/>
          </a:bodyPr>
          <a:lstStyle>
            <a:lvl1pPr marL="0" indent="0">
              <a:lnSpc>
                <a:spcPct val="110000"/>
              </a:lnSpc>
              <a:spcBef>
                <a:spcPts val="600"/>
              </a:spcBef>
              <a:spcAft>
                <a:spcPts val="1200"/>
              </a:spcAft>
              <a:buNone/>
              <a:defRPr sz="2000">
                <a:solidFill>
                  <a:schemeClr val="bg1"/>
                </a:solidFill>
                <a:latin typeface="RadikalW03-Regular" panose="01000000000000000000" pitchFamily="2" charset="0"/>
              </a:defRPr>
            </a:lvl1pPr>
            <a:lvl2pPr>
              <a:lnSpc>
                <a:spcPct val="110000"/>
              </a:lnSpc>
              <a:spcBef>
                <a:spcPts val="600"/>
              </a:spcBef>
              <a:spcAft>
                <a:spcPts val="1200"/>
              </a:spcAft>
              <a:defRPr>
                <a:solidFill>
                  <a:schemeClr val="bg1"/>
                </a:solidFill>
              </a:defRPr>
            </a:lvl2pPr>
            <a:lvl3pPr>
              <a:lnSpc>
                <a:spcPct val="110000"/>
              </a:lnSpc>
              <a:spcBef>
                <a:spcPts val="600"/>
              </a:spcBef>
              <a:spcAft>
                <a:spcPts val="1200"/>
              </a:spcAft>
              <a:defRPr>
                <a:solidFill>
                  <a:schemeClr val="bg1"/>
                </a:solidFill>
              </a:defRPr>
            </a:lvl3pPr>
            <a:lvl4pPr>
              <a:lnSpc>
                <a:spcPct val="110000"/>
              </a:lnSpc>
              <a:spcBef>
                <a:spcPts val="600"/>
              </a:spcBef>
              <a:spcAft>
                <a:spcPts val="1200"/>
              </a:spcAft>
              <a:defRPr>
                <a:solidFill>
                  <a:schemeClr val="bg1"/>
                </a:solidFill>
              </a:defRPr>
            </a:lvl4pPr>
            <a:lvl5pPr>
              <a:lnSpc>
                <a:spcPct val="110000"/>
              </a:lnSpc>
              <a:spcBef>
                <a:spcPts val="600"/>
              </a:spcBef>
              <a:spcAft>
                <a:spcPts val="1200"/>
              </a:spcAft>
              <a:defRPr>
                <a:solidFill>
                  <a:schemeClr val="bg1"/>
                </a:solidFill>
              </a:defRPr>
            </a:lvl5pPr>
          </a:lstStyle>
          <a:p>
            <a:pPr lvl="0"/>
            <a:r>
              <a:rPr lang="en-US"/>
              <a:t>Subtitle</a:t>
            </a:r>
          </a:p>
        </p:txBody>
      </p:sp>
    </p:spTree>
    <p:extLst>
      <p:ext uri="{BB962C8B-B14F-4D97-AF65-F5344CB8AC3E}">
        <p14:creationId xmlns:p14="http://schemas.microsoft.com/office/powerpoint/2010/main" val="437816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Half Gra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2011AE8-2D97-90BD-D00B-2A342C9C6FE8}"/>
              </a:ext>
            </a:extLst>
          </p:cNvPr>
          <p:cNvSpPr/>
          <p:nvPr userDrawn="1"/>
        </p:nvSpPr>
        <p:spPr>
          <a:xfrm>
            <a:off x="5904089" y="0"/>
            <a:ext cx="628791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RadikalW03-Regular" panose="01000000000000000000" pitchFamily="2" charset="0"/>
            </a:endParaRPr>
          </a:p>
        </p:txBody>
      </p:sp>
      <p:sp>
        <p:nvSpPr>
          <p:cNvPr id="9" name="TextBox 8">
            <a:extLst>
              <a:ext uri="{FF2B5EF4-FFF2-40B4-BE49-F238E27FC236}">
                <a16:creationId xmlns:a16="http://schemas.microsoft.com/office/drawing/2014/main" id="{FD85F17B-16C9-752D-983E-1AC46FF1EA33}"/>
              </a:ext>
            </a:extLst>
          </p:cNvPr>
          <p:cNvSpPr txBox="1"/>
          <p:nvPr userDrawn="1"/>
        </p:nvSpPr>
        <p:spPr>
          <a:xfrm>
            <a:off x="417385" y="6506031"/>
            <a:ext cx="4164496" cy="215444"/>
          </a:xfrm>
          <a:prstGeom prst="rect">
            <a:avLst/>
          </a:prstGeom>
          <a:noFill/>
        </p:spPr>
        <p:txBody>
          <a:bodyPr wrap="square" rtlCol="0">
            <a:spAutoFit/>
          </a:bodyPr>
          <a:lstStyle/>
          <a:p>
            <a:r>
              <a:rPr lang="en-US" sz="800">
                <a:solidFill>
                  <a:schemeClr val="bg1"/>
                </a:solidFill>
                <a:latin typeface="RadikalW03-Regular" panose="01000000000000000000" pitchFamily="2" charset="0"/>
              </a:rPr>
              <a:t>Copyright © 2025 Packaged Agile, LLC. All Rights Reserved.</a:t>
            </a:r>
          </a:p>
        </p:txBody>
      </p:sp>
      <p:pic>
        <p:nvPicPr>
          <p:cNvPr id="29" name="Picture 28" descr="Text&#10;&#10;Description automatically generated with medium confidence">
            <a:extLst>
              <a:ext uri="{FF2B5EF4-FFF2-40B4-BE49-F238E27FC236}">
                <a16:creationId xmlns:a16="http://schemas.microsoft.com/office/drawing/2014/main" id="{57BD58F0-D607-2471-467A-63F7401386CD}"/>
              </a:ext>
            </a:extLst>
          </p:cNvPr>
          <p:cNvPicPr>
            <a:picLocks noChangeAspect="1"/>
          </p:cNvPicPr>
          <p:nvPr userDrawn="1"/>
        </p:nvPicPr>
        <p:blipFill>
          <a:blip r:embed="rId2"/>
          <a:stretch>
            <a:fillRect/>
          </a:stretch>
        </p:blipFill>
        <p:spPr>
          <a:xfrm>
            <a:off x="2112606" y="218372"/>
            <a:ext cx="1655185" cy="599291"/>
          </a:xfrm>
          <a:prstGeom prst="rect">
            <a:avLst/>
          </a:prstGeom>
        </p:spPr>
      </p:pic>
      <p:sp>
        <p:nvSpPr>
          <p:cNvPr id="31" name="TextBox 30">
            <a:extLst>
              <a:ext uri="{FF2B5EF4-FFF2-40B4-BE49-F238E27FC236}">
                <a16:creationId xmlns:a16="http://schemas.microsoft.com/office/drawing/2014/main" id="{507727AA-4CF2-A497-8BD7-44680059B42B}"/>
              </a:ext>
            </a:extLst>
          </p:cNvPr>
          <p:cNvSpPr txBox="1"/>
          <p:nvPr userDrawn="1"/>
        </p:nvSpPr>
        <p:spPr>
          <a:xfrm>
            <a:off x="417385" y="6562593"/>
            <a:ext cx="4727044" cy="215444"/>
          </a:xfrm>
          <a:prstGeom prst="rect">
            <a:avLst/>
          </a:prstGeom>
          <a:noFill/>
        </p:spPr>
        <p:txBody>
          <a:bodyPr wrap="square" rtlCol="0">
            <a:spAutoFit/>
          </a:bodyPr>
          <a:lstStyle/>
          <a:p>
            <a:r>
              <a:rPr lang="en-US" sz="800">
                <a:solidFill>
                  <a:schemeClr val="bg1">
                    <a:lumMod val="75000"/>
                  </a:schemeClr>
                </a:solidFill>
                <a:latin typeface="RadikalW03-Regular" panose="01000000000000000000" pitchFamily="2" charset="0"/>
              </a:rPr>
              <a:t>© 2025 Packaged Agile, LLC. Proprietary and Confidential. All Rights Reserved.</a:t>
            </a:r>
          </a:p>
        </p:txBody>
      </p:sp>
      <p:sp>
        <p:nvSpPr>
          <p:cNvPr id="32" name="Title 16">
            <a:extLst>
              <a:ext uri="{FF2B5EF4-FFF2-40B4-BE49-F238E27FC236}">
                <a16:creationId xmlns:a16="http://schemas.microsoft.com/office/drawing/2014/main" id="{1CA52022-D567-AFD6-0EFA-B19C9E6D4CD6}"/>
              </a:ext>
            </a:extLst>
          </p:cNvPr>
          <p:cNvSpPr>
            <a:spLocks noGrp="1"/>
          </p:cNvSpPr>
          <p:nvPr>
            <p:ph type="title" hasCustomPrompt="1"/>
          </p:nvPr>
        </p:nvSpPr>
        <p:spPr>
          <a:xfrm>
            <a:off x="302558" y="1015112"/>
            <a:ext cx="5275282" cy="1352168"/>
          </a:xfrm>
          <a:prstGeom prst="rect">
            <a:avLst/>
          </a:prstGeom>
        </p:spPr>
        <p:txBody>
          <a:bodyPr anchor="t">
            <a:noAutofit/>
          </a:bodyPr>
          <a:lstStyle>
            <a:lvl1pPr algn="ctr">
              <a:lnSpc>
                <a:spcPct val="110000"/>
              </a:lnSpc>
              <a:spcAft>
                <a:spcPts val="1800"/>
              </a:spcAft>
              <a:defRPr sz="3200" b="1">
                <a:solidFill>
                  <a:schemeClr val="tx1"/>
                </a:solidFill>
                <a:latin typeface="RadikalW03-Regular" panose="01000000000000000000" pitchFamily="2" charset="0"/>
              </a:defRPr>
            </a:lvl1pPr>
          </a:lstStyle>
          <a:p>
            <a:r>
              <a:rPr lang="en-US"/>
              <a:t>Title</a:t>
            </a:r>
          </a:p>
        </p:txBody>
      </p:sp>
      <p:sp>
        <p:nvSpPr>
          <p:cNvPr id="38" name="Date Placeholder 34">
            <a:extLst>
              <a:ext uri="{FF2B5EF4-FFF2-40B4-BE49-F238E27FC236}">
                <a16:creationId xmlns:a16="http://schemas.microsoft.com/office/drawing/2014/main" id="{08D4368D-8B64-05AD-4468-7CFC8F6351EB}"/>
              </a:ext>
            </a:extLst>
          </p:cNvPr>
          <p:cNvSpPr>
            <a:spLocks noGrp="1"/>
          </p:cNvSpPr>
          <p:nvPr>
            <p:ph type="dt" sz="half" idx="10"/>
          </p:nvPr>
        </p:nvSpPr>
        <p:spPr>
          <a:xfrm>
            <a:off x="6268719" y="6506031"/>
            <a:ext cx="2427561" cy="286563"/>
          </a:xfrm>
          <a:prstGeom prst="rect">
            <a:avLst/>
          </a:prstGeom>
        </p:spPr>
        <p:txBody>
          <a:bodyPr/>
          <a:lstStyle>
            <a:lvl1pPr algn="ctr">
              <a:defRPr sz="1000">
                <a:solidFill>
                  <a:srgbClr val="2B3990"/>
                </a:solidFill>
                <a:latin typeface="RadikalW03-Regular" panose="01000000000000000000" pitchFamily="2" charset="0"/>
              </a:defRPr>
            </a:lvl1pPr>
          </a:lstStyle>
          <a:p>
            <a:endParaRPr lang="en-US"/>
          </a:p>
        </p:txBody>
      </p:sp>
      <p:sp>
        <p:nvSpPr>
          <p:cNvPr id="39" name="Slide Number Placeholder 1">
            <a:extLst>
              <a:ext uri="{FF2B5EF4-FFF2-40B4-BE49-F238E27FC236}">
                <a16:creationId xmlns:a16="http://schemas.microsoft.com/office/drawing/2014/main" id="{A9324EBB-C19D-1369-5D27-F22641E0499E}"/>
              </a:ext>
            </a:extLst>
          </p:cNvPr>
          <p:cNvSpPr>
            <a:spLocks noGrp="1"/>
          </p:cNvSpPr>
          <p:nvPr>
            <p:ph type="sldNum" sz="quarter" idx="12"/>
          </p:nvPr>
        </p:nvSpPr>
        <p:spPr>
          <a:xfrm>
            <a:off x="10324618" y="6506030"/>
            <a:ext cx="1638782" cy="246222"/>
          </a:xfrm>
          <a:prstGeom prst="rect">
            <a:avLst/>
          </a:prstGeom>
        </p:spPr>
        <p:txBody>
          <a:bodyPr/>
          <a:lstStyle>
            <a:lvl1pPr algn="r">
              <a:defRPr sz="1000">
                <a:solidFill>
                  <a:srgbClr val="2B3990"/>
                </a:solidFill>
              </a:defRPr>
            </a:lvl1pPr>
          </a:lstStyle>
          <a:p>
            <a:r>
              <a:rPr lang="en-US">
                <a:latin typeface="RadikalW03-Regular" panose="01000000000000000000" pitchFamily="2" charset="0"/>
              </a:rPr>
              <a:t>Page </a:t>
            </a:r>
            <a:fld id="{66360215-CEF7-C448-B648-827E288A9E05}" type="slidenum">
              <a:rPr lang="en-US" smtClean="0">
                <a:latin typeface="RadikalW03-Regular" panose="01000000000000000000" pitchFamily="2" charset="0"/>
              </a:rPr>
              <a:pPr/>
              <a:t>‹#›</a:t>
            </a:fld>
            <a:endParaRPr lang="en-US">
              <a:latin typeface="RadikalW03-Regular" panose="01000000000000000000" pitchFamily="2" charset="0"/>
            </a:endParaRPr>
          </a:p>
        </p:txBody>
      </p:sp>
    </p:spTree>
    <p:extLst>
      <p:ext uri="{BB962C8B-B14F-4D97-AF65-F5344CB8AC3E}">
        <p14:creationId xmlns:p14="http://schemas.microsoft.com/office/powerpoint/2010/main" val="2547649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ull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A8E63B-375F-1227-DB48-23B588009F5A}"/>
              </a:ext>
            </a:extLst>
          </p:cNvPr>
          <p:cNvSpPr/>
          <p:nvPr/>
        </p:nvSpPr>
        <p:spPr>
          <a:xfrm>
            <a:off x="0" y="-1077"/>
            <a:ext cx="12192000" cy="1098357"/>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RadikalW03-Regular" panose="01000000000000000000" pitchFamily="2" charset="0"/>
            </a:endParaRPr>
          </a:p>
        </p:txBody>
      </p:sp>
      <p:pic>
        <p:nvPicPr>
          <p:cNvPr id="10" name="Picture 9" descr="Text&#10;&#10;Description automatically generated with low confidence">
            <a:extLst>
              <a:ext uri="{FF2B5EF4-FFF2-40B4-BE49-F238E27FC236}">
                <a16:creationId xmlns:a16="http://schemas.microsoft.com/office/drawing/2014/main" id="{4462F54C-6409-EA59-9F61-A0888A5DB544}"/>
              </a:ext>
            </a:extLst>
          </p:cNvPr>
          <p:cNvPicPr>
            <a:picLocks noChangeAspect="1"/>
          </p:cNvPicPr>
          <p:nvPr/>
        </p:nvPicPr>
        <p:blipFill>
          <a:blip r:embed="rId2"/>
          <a:stretch>
            <a:fillRect/>
          </a:stretch>
        </p:blipFill>
        <p:spPr>
          <a:xfrm>
            <a:off x="10358836" y="240730"/>
            <a:ext cx="1644424" cy="531430"/>
          </a:xfrm>
          <a:prstGeom prst="rect">
            <a:avLst/>
          </a:prstGeom>
        </p:spPr>
      </p:pic>
      <p:sp>
        <p:nvSpPr>
          <p:cNvPr id="12" name="TextBox 11">
            <a:extLst>
              <a:ext uri="{FF2B5EF4-FFF2-40B4-BE49-F238E27FC236}">
                <a16:creationId xmlns:a16="http://schemas.microsoft.com/office/drawing/2014/main" id="{808CE27D-224D-B5AA-9868-35D33772F1FC}"/>
              </a:ext>
            </a:extLst>
          </p:cNvPr>
          <p:cNvSpPr txBox="1"/>
          <p:nvPr userDrawn="1"/>
        </p:nvSpPr>
        <p:spPr>
          <a:xfrm>
            <a:off x="417385" y="6572020"/>
            <a:ext cx="4727044" cy="215444"/>
          </a:xfrm>
          <a:prstGeom prst="rect">
            <a:avLst/>
          </a:prstGeom>
          <a:noFill/>
        </p:spPr>
        <p:txBody>
          <a:bodyPr wrap="square" rtlCol="0">
            <a:spAutoFit/>
          </a:bodyPr>
          <a:lstStyle/>
          <a:p>
            <a:r>
              <a:rPr lang="en-US" sz="800">
                <a:solidFill>
                  <a:schemeClr val="bg1">
                    <a:lumMod val="75000"/>
                  </a:schemeClr>
                </a:solidFill>
                <a:latin typeface="RadikalW03-Regular" panose="01000000000000000000" pitchFamily="2" charset="0"/>
              </a:rPr>
              <a:t>© 2025 Packaged Agile, LLC. Proprietary and Confidential. All Rights Reserved.</a:t>
            </a:r>
          </a:p>
        </p:txBody>
      </p:sp>
      <p:sp>
        <p:nvSpPr>
          <p:cNvPr id="13" name="Title 16">
            <a:extLst>
              <a:ext uri="{FF2B5EF4-FFF2-40B4-BE49-F238E27FC236}">
                <a16:creationId xmlns:a16="http://schemas.microsoft.com/office/drawing/2014/main" id="{6C290852-139C-759D-0CE9-6168EAE90A2F}"/>
              </a:ext>
            </a:extLst>
          </p:cNvPr>
          <p:cNvSpPr>
            <a:spLocks noGrp="1"/>
          </p:cNvSpPr>
          <p:nvPr>
            <p:ph type="title" hasCustomPrompt="1"/>
          </p:nvPr>
        </p:nvSpPr>
        <p:spPr>
          <a:xfrm>
            <a:off x="599440" y="96076"/>
            <a:ext cx="8594255" cy="909764"/>
          </a:xfrm>
          <a:prstGeom prst="rect">
            <a:avLst/>
          </a:prstGeom>
        </p:spPr>
        <p:txBody>
          <a:bodyPr rIns="91440" anchor="ctr">
            <a:noAutofit/>
          </a:bodyPr>
          <a:lstStyle>
            <a:lvl1pPr algn="l">
              <a:lnSpc>
                <a:spcPct val="110000"/>
              </a:lnSpc>
              <a:spcAft>
                <a:spcPts val="1800"/>
              </a:spcAft>
              <a:defRPr sz="3200" b="1">
                <a:solidFill>
                  <a:schemeClr val="bg1"/>
                </a:solidFill>
                <a:latin typeface="RadikalW03-Regular" panose="01000000000000000000" pitchFamily="2" charset="0"/>
              </a:defRPr>
            </a:lvl1pPr>
          </a:lstStyle>
          <a:p>
            <a:r>
              <a:rPr lang="en-US"/>
              <a:t>Title</a:t>
            </a:r>
          </a:p>
        </p:txBody>
      </p:sp>
      <p:sp>
        <p:nvSpPr>
          <p:cNvPr id="14" name="Date Placeholder 34">
            <a:extLst>
              <a:ext uri="{FF2B5EF4-FFF2-40B4-BE49-F238E27FC236}">
                <a16:creationId xmlns:a16="http://schemas.microsoft.com/office/drawing/2014/main" id="{5765BF35-4ADF-0BC8-277A-F2448811BB74}"/>
              </a:ext>
            </a:extLst>
          </p:cNvPr>
          <p:cNvSpPr>
            <a:spLocks noGrp="1"/>
          </p:cNvSpPr>
          <p:nvPr>
            <p:ph type="dt" sz="half" idx="10"/>
          </p:nvPr>
        </p:nvSpPr>
        <p:spPr>
          <a:xfrm>
            <a:off x="6268719" y="6506031"/>
            <a:ext cx="2427561" cy="286563"/>
          </a:xfrm>
          <a:prstGeom prst="rect">
            <a:avLst/>
          </a:prstGeom>
        </p:spPr>
        <p:txBody>
          <a:bodyPr/>
          <a:lstStyle>
            <a:lvl1pPr algn="ctr">
              <a:defRPr sz="1000">
                <a:solidFill>
                  <a:schemeClr val="bg1">
                    <a:lumMod val="65000"/>
                  </a:schemeClr>
                </a:solidFill>
                <a:latin typeface="RadikalW03-Regular" panose="01000000000000000000" pitchFamily="2" charset="0"/>
              </a:defRPr>
            </a:lvl1pPr>
          </a:lstStyle>
          <a:p>
            <a:endParaRPr lang="en-US"/>
          </a:p>
        </p:txBody>
      </p:sp>
      <p:sp>
        <p:nvSpPr>
          <p:cNvPr id="16" name="Slide Number Placeholder 1">
            <a:extLst>
              <a:ext uri="{FF2B5EF4-FFF2-40B4-BE49-F238E27FC236}">
                <a16:creationId xmlns:a16="http://schemas.microsoft.com/office/drawing/2014/main" id="{2BA066DD-D494-7681-06A1-B1B6550C2868}"/>
              </a:ext>
            </a:extLst>
          </p:cNvPr>
          <p:cNvSpPr>
            <a:spLocks noGrp="1"/>
          </p:cNvSpPr>
          <p:nvPr>
            <p:ph type="sldNum" sz="quarter" idx="12"/>
          </p:nvPr>
        </p:nvSpPr>
        <p:spPr>
          <a:xfrm>
            <a:off x="10324618" y="6506030"/>
            <a:ext cx="1638782" cy="246222"/>
          </a:xfrm>
          <a:prstGeom prst="rect">
            <a:avLst/>
          </a:prstGeom>
        </p:spPr>
        <p:txBody>
          <a:bodyPr/>
          <a:lstStyle>
            <a:lvl1pPr algn="r">
              <a:defRPr sz="1000">
                <a:solidFill>
                  <a:schemeClr val="bg1">
                    <a:lumMod val="65000"/>
                  </a:schemeClr>
                </a:solidFill>
              </a:defRPr>
            </a:lvl1pPr>
          </a:lstStyle>
          <a:p>
            <a:r>
              <a:rPr lang="en-US">
                <a:latin typeface="RadikalW03-Regular" panose="01000000000000000000" pitchFamily="2" charset="0"/>
              </a:rPr>
              <a:t>Page </a:t>
            </a:r>
            <a:fld id="{66360215-CEF7-C448-B648-827E288A9E05}" type="slidenum">
              <a:rPr lang="en-US" smtClean="0">
                <a:latin typeface="RadikalW03-Regular" panose="01000000000000000000" pitchFamily="2" charset="0"/>
              </a:rPr>
              <a:pPr/>
              <a:t>‹#›</a:t>
            </a:fld>
            <a:endParaRPr lang="en-US">
              <a:latin typeface="RadikalW03-Regular" panose="01000000000000000000" pitchFamily="2" charset="0"/>
            </a:endParaRPr>
          </a:p>
        </p:txBody>
      </p:sp>
    </p:spTree>
    <p:extLst>
      <p:ext uri="{BB962C8B-B14F-4D97-AF65-F5344CB8AC3E}">
        <p14:creationId xmlns:p14="http://schemas.microsoft.com/office/powerpoint/2010/main" val="1429080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Full Slide">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08CE27D-224D-B5AA-9868-35D33772F1FC}"/>
              </a:ext>
            </a:extLst>
          </p:cNvPr>
          <p:cNvSpPr txBox="1"/>
          <p:nvPr userDrawn="1"/>
        </p:nvSpPr>
        <p:spPr>
          <a:xfrm>
            <a:off x="417385" y="6572020"/>
            <a:ext cx="4727044" cy="215444"/>
          </a:xfrm>
          <a:prstGeom prst="rect">
            <a:avLst/>
          </a:prstGeom>
          <a:noFill/>
        </p:spPr>
        <p:txBody>
          <a:bodyPr wrap="square" rtlCol="0">
            <a:spAutoFit/>
          </a:bodyPr>
          <a:lstStyle/>
          <a:p>
            <a:r>
              <a:rPr lang="en-US" sz="800">
                <a:solidFill>
                  <a:schemeClr val="bg1">
                    <a:lumMod val="75000"/>
                  </a:schemeClr>
                </a:solidFill>
                <a:latin typeface="RadikalW03-Regular" panose="01000000000000000000" pitchFamily="2" charset="0"/>
              </a:rPr>
              <a:t>© 2025 Packaged Agile, LLC. Proprietary and Confidential. All Rights Reserved.</a:t>
            </a:r>
          </a:p>
        </p:txBody>
      </p:sp>
      <p:sp>
        <p:nvSpPr>
          <p:cNvPr id="13" name="Title 16">
            <a:extLst>
              <a:ext uri="{FF2B5EF4-FFF2-40B4-BE49-F238E27FC236}">
                <a16:creationId xmlns:a16="http://schemas.microsoft.com/office/drawing/2014/main" id="{6C290852-139C-759D-0CE9-6168EAE90A2F}"/>
              </a:ext>
            </a:extLst>
          </p:cNvPr>
          <p:cNvSpPr>
            <a:spLocks noGrp="1"/>
          </p:cNvSpPr>
          <p:nvPr>
            <p:ph type="title" hasCustomPrompt="1"/>
          </p:nvPr>
        </p:nvSpPr>
        <p:spPr>
          <a:xfrm>
            <a:off x="599440" y="96076"/>
            <a:ext cx="8594255" cy="909764"/>
          </a:xfrm>
          <a:prstGeom prst="rect">
            <a:avLst/>
          </a:prstGeom>
        </p:spPr>
        <p:txBody>
          <a:bodyPr rIns="91440" anchor="ctr">
            <a:noAutofit/>
          </a:bodyPr>
          <a:lstStyle>
            <a:lvl1pPr algn="l">
              <a:lnSpc>
                <a:spcPct val="110000"/>
              </a:lnSpc>
              <a:spcAft>
                <a:spcPts val="1800"/>
              </a:spcAft>
              <a:defRPr sz="3200" b="1">
                <a:solidFill>
                  <a:schemeClr val="tx1"/>
                </a:solidFill>
                <a:latin typeface="RadikalW03-Regular" panose="01000000000000000000" pitchFamily="2" charset="0"/>
              </a:defRPr>
            </a:lvl1pPr>
          </a:lstStyle>
          <a:p>
            <a:r>
              <a:rPr lang="en-US"/>
              <a:t>Title</a:t>
            </a:r>
          </a:p>
        </p:txBody>
      </p:sp>
      <p:sp>
        <p:nvSpPr>
          <p:cNvPr id="14" name="Date Placeholder 34">
            <a:extLst>
              <a:ext uri="{FF2B5EF4-FFF2-40B4-BE49-F238E27FC236}">
                <a16:creationId xmlns:a16="http://schemas.microsoft.com/office/drawing/2014/main" id="{5765BF35-4ADF-0BC8-277A-F2448811BB74}"/>
              </a:ext>
            </a:extLst>
          </p:cNvPr>
          <p:cNvSpPr>
            <a:spLocks noGrp="1"/>
          </p:cNvSpPr>
          <p:nvPr>
            <p:ph type="dt" sz="half" idx="10"/>
          </p:nvPr>
        </p:nvSpPr>
        <p:spPr>
          <a:xfrm>
            <a:off x="6268719" y="6506031"/>
            <a:ext cx="2427561" cy="286563"/>
          </a:xfrm>
          <a:prstGeom prst="rect">
            <a:avLst/>
          </a:prstGeom>
        </p:spPr>
        <p:txBody>
          <a:bodyPr/>
          <a:lstStyle>
            <a:lvl1pPr algn="ctr">
              <a:defRPr sz="1000">
                <a:solidFill>
                  <a:schemeClr val="bg1">
                    <a:lumMod val="65000"/>
                  </a:schemeClr>
                </a:solidFill>
                <a:latin typeface="RadikalW03-Regular" panose="01000000000000000000" pitchFamily="2" charset="0"/>
              </a:defRPr>
            </a:lvl1pPr>
          </a:lstStyle>
          <a:p>
            <a:endParaRPr lang="en-US"/>
          </a:p>
        </p:txBody>
      </p:sp>
      <p:sp>
        <p:nvSpPr>
          <p:cNvPr id="16" name="Slide Number Placeholder 1">
            <a:extLst>
              <a:ext uri="{FF2B5EF4-FFF2-40B4-BE49-F238E27FC236}">
                <a16:creationId xmlns:a16="http://schemas.microsoft.com/office/drawing/2014/main" id="{2BA066DD-D494-7681-06A1-B1B6550C2868}"/>
              </a:ext>
            </a:extLst>
          </p:cNvPr>
          <p:cNvSpPr>
            <a:spLocks noGrp="1"/>
          </p:cNvSpPr>
          <p:nvPr>
            <p:ph type="sldNum" sz="quarter" idx="12"/>
          </p:nvPr>
        </p:nvSpPr>
        <p:spPr>
          <a:xfrm>
            <a:off x="10324618" y="6506030"/>
            <a:ext cx="1638782" cy="246222"/>
          </a:xfrm>
          <a:prstGeom prst="rect">
            <a:avLst/>
          </a:prstGeom>
        </p:spPr>
        <p:txBody>
          <a:bodyPr/>
          <a:lstStyle>
            <a:lvl1pPr algn="r">
              <a:defRPr sz="1000">
                <a:solidFill>
                  <a:schemeClr val="bg1">
                    <a:lumMod val="65000"/>
                  </a:schemeClr>
                </a:solidFill>
              </a:defRPr>
            </a:lvl1pPr>
          </a:lstStyle>
          <a:p>
            <a:r>
              <a:rPr lang="en-US">
                <a:latin typeface="RadikalW03-Regular" panose="01000000000000000000" pitchFamily="2" charset="0"/>
              </a:rPr>
              <a:t>Page </a:t>
            </a:r>
            <a:fld id="{66360215-CEF7-C448-B648-827E288A9E05}" type="slidenum">
              <a:rPr lang="en-US" smtClean="0">
                <a:latin typeface="RadikalW03-Regular" panose="01000000000000000000" pitchFamily="2" charset="0"/>
              </a:rPr>
              <a:pPr/>
              <a:t>‹#›</a:t>
            </a:fld>
            <a:endParaRPr lang="en-US">
              <a:latin typeface="RadikalW03-Regular" panose="01000000000000000000" pitchFamily="2" charset="0"/>
            </a:endParaRPr>
          </a:p>
        </p:txBody>
      </p:sp>
      <p:pic>
        <p:nvPicPr>
          <p:cNvPr id="2" name="Picture 1" descr="Text&#10;&#10;Description automatically generated with medium confidence">
            <a:extLst>
              <a:ext uri="{FF2B5EF4-FFF2-40B4-BE49-F238E27FC236}">
                <a16:creationId xmlns:a16="http://schemas.microsoft.com/office/drawing/2014/main" id="{55341D88-EDE2-1549-2224-980EF37AE711}"/>
              </a:ext>
            </a:extLst>
          </p:cNvPr>
          <p:cNvPicPr>
            <a:picLocks noChangeAspect="1"/>
          </p:cNvPicPr>
          <p:nvPr userDrawn="1"/>
        </p:nvPicPr>
        <p:blipFill>
          <a:blip r:embed="rId2"/>
          <a:stretch>
            <a:fillRect/>
          </a:stretch>
        </p:blipFill>
        <p:spPr>
          <a:xfrm>
            <a:off x="10348320" y="219228"/>
            <a:ext cx="1645920" cy="595937"/>
          </a:xfrm>
          <a:prstGeom prst="rect">
            <a:avLst/>
          </a:prstGeom>
        </p:spPr>
      </p:pic>
    </p:spTree>
    <p:extLst>
      <p:ext uri="{BB962C8B-B14F-4D97-AF65-F5344CB8AC3E}">
        <p14:creationId xmlns:p14="http://schemas.microsoft.com/office/powerpoint/2010/main" val="4286320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dented Tit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A8E63B-375F-1227-DB48-23B588009F5A}"/>
              </a:ext>
            </a:extLst>
          </p:cNvPr>
          <p:cNvSpPr/>
          <p:nvPr/>
        </p:nvSpPr>
        <p:spPr>
          <a:xfrm>
            <a:off x="0" y="-1077"/>
            <a:ext cx="12192000" cy="1098357"/>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RadikalW03-Regular" panose="01000000000000000000" pitchFamily="2" charset="0"/>
            </a:endParaRPr>
          </a:p>
        </p:txBody>
      </p:sp>
      <p:pic>
        <p:nvPicPr>
          <p:cNvPr id="10" name="Picture 9" descr="Text&#10;&#10;Description automatically generated with low confidence">
            <a:extLst>
              <a:ext uri="{FF2B5EF4-FFF2-40B4-BE49-F238E27FC236}">
                <a16:creationId xmlns:a16="http://schemas.microsoft.com/office/drawing/2014/main" id="{4462F54C-6409-EA59-9F61-A0888A5DB544}"/>
              </a:ext>
            </a:extLst>
          </p:cNvPr>
          <p:cNvPicPr>
            <a:picLocks noChangeAspect="1"/>
          </p:cNvPicPr>
          <p:nvPr/>
        </p:nvPicPr>
        <p:blipFill>
          <a:blip r:embed="rId2"/>
          <a:stretch>
            <a:fillRect/>
          </a:stretch>
        </p:blipFill>
        <p:spPr>
          <a:xfrm>
            <a:off x="10358836" y="240730"/>
            <a:ext cx="1644424" cy="531430"/>
          </a:xfrm>
          <a:prstGeom prst="rect">
            <a:avLst/>
          </a:prstGeom>
        </p:spPr>
      </p:pic>
      <p:sp>
        <p:nvSpPr>
          <p:cNvPr id="12" name="TextBox 11">
            <a:extLst>
              <a:ext uri="{FF2B5EF4-FFF2-40B4-BE49-F238E27FC236}">
                <a16:creationId xmlns:a16="http://schemas.microsoft.com/office/drawing/2014/main" id="{808CE27D-224D-B5AA-9868-35D33772F1FC}"/>
              </a:ext>
            </a:extLst>
          </p:cNvPr>
          <p:cNvSpPr txBox="1"/>
          <p:nvPr userDrawn="1"/>
        </p:nvSpPr>
        <p:spPr>
          <a:xfrm>
            <a:off x="417385" y="6572020"/>
            <a:ext cx="4727044" cy="215444"/>
          </a:xfrm>
          <a:prstGeom prst="rect">
            <a:avLst/>
          </a:prstGeom>
          <a:noFill/>
        </p:spPr>
        <p:txBody>
          <a:bodyPr wrap="square" rtlCol="0">
            <a:spAutoFit/>
          </a:bodyPr>
          <a:lstStyle/>
          <a:p>
            <a:r>
              <a:rPr lang="en-US" sz="800">
                <a:solidFill>
                  <a:schemeClr val="bg1">
                    <a:lumMod val="75000"/>
                  </a:schemeClr>
                </a:solidFill>
                <a:latin typeface="RadikalW03-Regular" panose="01000000000000000000" pitchFamily="2" charset="0"/>
              </a:rPr>
              <a:t>© 2025 Packaged Agile, LLC. Proprietary and Confidential. All Rights Reserved.</a:t>
            </a:r>
          </a:p>
        </p:txBody>
      </p:sp>
      <p:sp>
        <p:nvSpPr>
          <p:cNvPr id="13" name="Title 16">
            <a:extLst>
              <a:ext uri="{FF2B5EF4-FFF2-40B4-BE49-F238E27FC236}">
                <a16:creationId xmlns:a16="http://schemas.microsoft.com/office/drawing/2014/main" id="{6C290852-139C-759D-0CE9-6168EAE90A2F}"/>
              </a:ext>
            </a:extLst>
          </p:cNvPr>
          <p:cNvSpPr>
            <a:spLocks noGrp="1"/>
          </p:cNvSpPr>
          <p:nvPr>
            <p:ph type="title" hasCustomPrompt="1"/>
          </p:nvPr>
        </p:nvSpPr>
        <p:spPr>
          <a:xfrm>
            <a:off x="1534160" y="96076"/>
            <a:ext cx="7659535" cy="909764"/>
          </a:xfrm>
          <a:prstGeom prst="rect">
            <a:avLst/>
          </a:prstGeom>
        </p:spPr>
        <p:txBody>
          <a:bodyPr rIns="91440" anchor="ctr">
            <a:noAutofit/>
          </a:bodyPr>
          <a:lstStyle>
            <a:lvl1pPr algn="l">
              <a:lnSpc>
                <a:spcPct val="110000"/>
              </a:lnSpc>
              <a:spcAft>
                <a:spcPts val="1800"/>
              </a:spcAft>
              <a:defRPr sz="3200" b="1">
                <a:solidFill>
                  <a:schemeClr val="bg1"/>
                </a:solidFill>
                <a:latin typeface="RadikalW03-Regular" panose="01000000000000000000" pitchFamily="2" charset="0"/>
              </a:defRPr>
            </a:lvl1pPr>
          </a:lstStyle>
          <a:p>
            <a:r>
              <a:rPr lang="en-US"/>
              <a:t>Title</a:t>
            </a:r>
          </a:p>
        </p:txBody>
      </p:sp>
      <p:sp>
        <p:nvSpPr>
          <p:cNvPr id="14" name="Date Placeholder 34">
            <a:extLst>
              <a:ext uri="{FF2B5EF4-FFF2-40B4-BE49-F238E27FC236}">
                <a16:creationId xmlns:a16="http://schemas.microsoft.com/office/drawing/2014/main" id="{5765BF35-4ADF-0BC8-277A-F2448811BB74}"/>
              </a:ext>
            </a:extLst>
          </p:cNvPr>
          <p:cNvSpPr>
            <a:spLocks noGrp="1"/>
          </p:cNvSpPr>
          <p:nvPr>
            <p:ph type="dt" sz="half" idx="10"/>
          </p:nvPr>
        </p:nvSpPr>
        <p:spPr>
          <a:xfrm>
            <a:off x="6268719" y="6506031"/>
            <a:ext cx="2427561" cy="286563"/>
          </a:xfrm>
          <a:prstGeom prst="rect">
            <a:avLst/>
          </a:prstGeom>
        </p:spPr>
        <p:txBody>
          <a:bodyPr/>
          <a:lstStyle>
            <a:lvl1pPr algn="ctr">
              <a:defRPr sz="1000">
                <a:solidFill>
                  <a:schemeClr val="bg1">
                    <a:lumMod val="65000"/>
                  </a:schemeClr>
                </a:solidFill>
                <a:latin typeface="RadikalW03-Regular" panose="01000000000000000000" pitchFamily="2" charset="0"/>
              </a:defRPr>
            </a:lvl1pPr>
          </a:lstStyle>
          <a:p>
            <a:endParaRPr lang="en-US"/>
          </a:p>
        </p:txBody>
      </p:sp>
      <p:sp>
        <p:nvSpPr>
          <p:cNvPr id="16" name="Slide Number Placeholder 1">
            <a:extLst>
              <a:ext uri="{FF2B5EF4-FFF2-40B4-BE49-F238E27FC236}">
                <a16:creationId xmlns:a16="http://schemas.microsoft.com/office/drawing/2014/main" id="{2BA066DD-D494-7681-06A1-B1B6550C2868}"/>
              </a:ext>
            </a:extLst>
          </p:cNvPr>
          <p:cNvSpPr>
            <a:spLocks noGrp="1"/>
          </p:cNvSpPr>
          <p:nvPr>
            <p:ph type="sldNum" sz="quarter" idx="12"/>
          </p:nvPr>
        </p:nvSpPr>
        <p:spPr>
          <a:xfrm>
            <a:off x="10324618" y="6506030"/>
            <a:ext cx="1638782" cy="246222"/>
          </a:xfrm>
          <a:prstGeom prst="rect">
            <a:avLst/>
          </a:prstGeom>
        </p:spPr>
        <p:txBody>
          <a:bodyPr/>
          <a:lstStyle>
            <a:lvl1pPr algn="r">
              <a:defRPr sz="1000">
                <a:solidFill>
                  <a:schemeClr val="bg1">
                    <a:lumMod val="65000"/>
                  </a:schemeClr>
                </a:solidFill>
              </a:defRPr>
            </a:lvl1pPr>
          </a:lstStyle>
          <a:p>
            <a:r>
              <a:rPr lang="en-US">
                <a:latin typeface="RadikalW03-Regular" panose="01000000000000000000" pitchFamily="2" charset="0"/>
              </a:rPr>
              <a:t>Page </a:t>
            </a:r>
            <a:fld id="{66360215-CEF7-C448-B648-827E288A9E05}" type="slidenum">
              <a:rPr lang="en-US" smtClean="0">
                <a:latin typeface="RadikalW03-Regular" panose="01000000000000000000" pitchFamily="2" charset="0"/>
              </a:rPr>
              <a:pPr/>
              <a:t>‹#›</a:t>
            </a:fld>
            <a:endParaRPr lang="en-US">
              <a:latin typeface="RadikalW03-Regular" panose="01000000000000000000" pitchFamily="2" charset="0"/>
            </a:endParaRPr>
          </a:p>
        </p:txBody>
      </p:sp>
    </p:spTree>
    <p:extLst>
      <p:ext uri="{BB962C8B-B14F-4D97-AF65-F5344CB8AC3E}">
        <p14:creationId xmlns:p14="http://schemas.microsoft.com/office/powerpoint/2010/main" val="2461614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boose">
    <p:bg>
      <p:bgPr>
        <a:solidFill>
          <a:srgbClr val="0086CA"/>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1AD1D93-4F1C-8C26-F33C-A2E2532C56DF}"/>
              </a:ext>
            </a:extLst>
          </p:cNvPr>
          <p:cNvGrpSpPr/>
          <p:nvPr userDrawn="1"/>
        </p:nvGrpSpPr>
        <p:grpSpPr>
          <a:xfrm>
            <a:off x="6813375" y="3688343"/>
            <a:ext cx="4650658" cy="1351806"/>
            <a:chOff x="7010400" y="3429000"/>
            <a:chExt cx="4650658" cy="1351806"/>
          </a:xfrm>
        </p:grpSpPr>
        <p:sp>
          <p:nvSpPr>
            <p:cNvPr id="7" name="Text Placeholder 6">
              <a:extLst>
                <a:ext uri="{FF2B5EF4-FFF2-40B4-BE49-F238E27FC236}">
                  <a16:creationId xmlns:a16="http://schemas.microsoft.com/office/drawing/2014/main" id="{6F6F6D13-8A04-4E65-F0F0-F5EC6AA0D801}"/>
                </a:ext>
              </a:extLst>
            </p:cNvPr>
            <p:cNvSpPr txBox="1">
              <a:spLocks/>
            </p:cNvSpPr>
            <p:nvPr/>
          </p:nvSpPr>
          <p:spPr>
            <a:xfrm>
              <a:off x="8536698" y="3589378"/>
              <a:ext cx="3124360" cy="1031051"/>
            </a:xfrm>
            <a:prstGeom prst="rect">
              <a:avLst/>
            </a:prstGeom>
          </p:spPr>
          <p:txBody>
            <a:bodyPr wrap="square">
              <a:spAutoFit/>
            </a:bodyPr>
            <a:lstStyle>
              <a:lvl1pPr marL="0" indent="0" algn="l" defTabSz="914377" rtl="0" eaLnBrk="1" latinLnBrk="0" hangingPunct="1">
                <a:lnSpc>
                  <a:spcPts val="1800"/>
                </a:lnSpc>
                <a:spcBef>
                  <a:spcPts val="500"/>
                </a:spcBef>
                <a:spcAft>
                  <a:spcPts val="1000"/>
                </a:spcAft>
                <a:buFont typeface="Arial" panose="020B0604020202020204" pitchFamily="34" charset="0"/>
                <a:buNone/>
                <a:defRPr sz="1400" b="0" i="0" kern="900" spc="20" baseline="0">
                  <a:solidFill>
                    <a:schemeClr val="tx1"/>
                  </a:solidFill>
                  <a:latin typeface="Gibson" panose="02000000000000000000" pitchFamily="2" charset="77"/>
                  <a:ea typeface="+mn-ea"/>
                  <a:cs typeface="+mn-cs"/>
                </a:defRPr>
              </a:lvl1pPr>
              <a:lvl2pPr marL="457189" indent="0" algn="l" defTabSz="914377" rtl="0" eaLnBrk="1" latinLnBrk="0" hangingPunct="1">
                <a:lnSpc>
                  <a:spcPts val="1800"/>
                </a:lnSpc>
                <a:spcBef>
                  <a:spcPts val="500"/>
                </a:spcBef>
                <a:spcAft>
                  <a:spcPts val="1000"/>
                </a:spcAft>
                <a:buFont typeface="Arial" panose="020B0604020202020204" pitchFamily="34" charset="0"/>
                <a:buNone/>
                <a:defRPr sz="1400" b="0" i="0" kern="1200" spc="20" baseline="0">
                  <a:solidFill>
                    <a:schemeClr val="tx1"/>
                  </a:solidFill>
                  <a:latin typeface="Gibson" panose="02000000000000000000" pitchFamily="2" charset="77"/>
                  <a:ea typeface="+mn-ea"/>
                  <a:cs typeface="+mn-cs"/>
                </a:defRPr>
              </a:lvl2pPr>
              <a:lvl3pPr marL="914377" indent="0" algn="l" defTabSz="914377" rtl="0" eaLnBrk="1" latinLnBrk="0" hangingPunct="1">
                <a:lnSpc>
                  <a:spcPts val="1800"/>
                </a:lnSpc>
                <a:spcBef>
                  <a:spcPts val="500"/>
                </a:spcBef>
                <a:spcAft>
                  <a:spcPts val="1000"/>
                </a:spcAft>
                <a:buFont typeface="Arial" panose="020B0604020202020204" pitchFamily="34" charset="0"/>
                <a:buNone/>
                <a:defRPr sz="1400" b="0" i="0" kern="1200" spc="20" baseline="0">
                  <a:solidFill>
                    <a:schemeClr val="tx1"/>
                  </a:solidFill>
                  <a:latin typeface="Gibson" panose="02000000000000000000" pitchFamily="2" charset="77"/>
                  <a:ea typeface="+mn-ea"/>
                  <a:cs typeface="+mn-cs"/>
                </a:defRPr>
              </a:lvl3pPr>
              <a:lvl4pPr marL="1371566" indent="0" algn="l" defTabSz="914377" rtl="0" eaLnBrk="1" latinLnBrk="0" hangingPunct="1">
                <a:lnSpc>
                  <a:spcPts val="1800"/>
                </a:lnSpc>
                <a:spcBef>
                  <a:spcPts val="500"/>
                </a:spcBef>
                <a:spcAft>
                  <a:spcPts val="1000"/>
                </a:spcAft>
                <a:buFont typeface="Arial" panose="020B0604020202020204" pitchFamily="34" charset="0"/>
                <a:buNone/>
                <a:defRPr sz="1400" b="0" i="0" kern="1200" spc="20" baseline="0">
                  <a:solidFill>
                    <a:schemeClr val="tx1"/>
                  </a:solidFill>
                  <a:latin typeface="Gibson" panose="02000000000000000000" pitchFamily="2" charset="77"/>
                  <a:ea typeface="+mn-ea"/>
                  <a:cs typeface="+mn-cs"/>
                </a:defRPr>
              </a:lvl4pPr>
              <a:lvl5pPr marL="1828754" indent="0" algn="l" defTabSz="914377" rtl="0" eaLnBrk="1" latinLnBrk="0" hangingPunct="1">
                <a:lnSpc>
                  <a:spcPts val="1800"/>
                </a:lnSpc>
                <a:spcBef>
                  <a:spcPts val="500"/>
                </a:spcBef>
                <a:spcAft>
                  <a:spcPts val="1000"/>
                </a:spcAft>
                <a:buFont typeface="Arial" panose="020B0604020202020204" pitchFamily="34" charset="0"/>
                <a:buNone/>
                <a:defRPr sz="1400" b="0" i="0" kern="1200" spc="20" baseline="0">
                  <a:solidFill>
                    <a:schemeClr val="tx1"/>
                  </a:solidFill>
                  <a:latin typeface="Gibson" panose="02000000000000000000"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b="1" i="0" u="none" strike="noStrike" kern="900" cap="none" spc="60" normalizeH="0" baseline="0" noProof="0">
                  <a:ln>
                    <a:noFill/>
                  </a:ln>
                  <a:solidFill>
                    <a:srgbClr val="FFFFFF"/>
                  </a:solidFill>
                  <a:effectLst/>
                  <a:uLnTx/>
                  <a:uFillTx/>
                  <a:latin typeface="RadikalW03-Regular" pitchFamily="2" charset="77"/>
                  <a:ea typeface="+mn-ea"/>
                  <a:cs typeface="+mn-cs"/>
                </a:rPr>
                <a:t>Brad Hunter</a:t>
              </a:r>
            </a:p>
            <a:p>
              <a:pPr marL="0" marR="0" lvl="0" indent="0" algn="l" defTabSz="914377"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b="0" i="0" u="none" strike="noStrike" kern="900" cap="none" spc="20" normalizeH="0" baseline="0" noProof="0">
                  <a:ln>
                    <a:noFill/>
                  </a:ln>
                  <a:solidFill>
                    <a:srgbClr val="FFFFFF"/>
                  </a:solidFill>
                  <a:effectLst/>
                  <a:uLnTx/>
                  <a:uFillTx/>
                  <a:latin typeface="RadikalW03-Regular" pitchFamily="2" charset="77"/>
                  <a:ea typeface="+mn-ea"/>
                  <a:cs typeface="+mn-cs"/>
                </a:rPr>
                <a:t>Principal &amp; Chief Operating Officer</a:t>
              </a:r>
            </a:p>
            <a:p>
              <a:pPr marL="0" marR="0" lvl="0" indent="0" algn="l" defTabSz="914377"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b="0" i="0" u="none" strike="noStrike" kern="900" cap="none" spc="20" normalizeH="0" baseline="0" noProof="0">
                  <a:ln>
                    <a:noFill/>
                  </a:ln>
                  <a:solidFill>
                    <a:srgbClr val="FFFFFF"/>
                  </a:solidFill>
                  <a:effectLst/>
                  <a:uLnTx/>
                  <a:uFillTx/>
                  <a:latin typeface="RadikalW03-Regular" pitchFamily="2" charset="77"/>
                  <a:ea typeface="+mn-ea"/>
                  <a:cs typeface="+mn-cs"/>
                </a:rPr>
                <a:t>brad.hunter@packagedagile.com</a:t>
              </a:r>
            </a:p>
            <a:p>
              <a:pPr marL="0" marR="0" lvl="0" indent="0" algn="l" defTabSz="914377"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b="0" i="0" u="none" strike="noStrike" kern="900" cap="none" spc="20" normalizeH="0" baseline="0" noProof="0">
                  <a:ln>
                    <a:noFill/>
                  </a:ln>
                  <a:solidFill>
                    <a:srgbClr val="FFFFFF"/>
                  </a:solidFill>
                  <a:effectLst/>
                  <a:uLnTx/>
                  <a:uFillTx/>
                  <a:latin typeface="RadikalW03-Regular" pitchFamily="2" charset="77"/>
                  <a:ea typeface="+mn-ea"/>
                  <a:cs typeface="+mn-cs"/>
                </a:rPr>
                <a:t>540-220-8138</a:t>
              </a:r>
            </a:p>
          </p:txBody>
        </p:sp>
        <p:pic>
          <p:nvPicPr>
            <p:cNvPr id="8" name="Picture Placeholder 33">
              <a:extLst>
                <a:ext uri="{FF2B5EF4-FFF2-40B4-BE49-F238E27FC236}">
                  <a16:creationId xmlns:a16="http://schemas.microsoft.com/office/drawing/2014/main" id="{AB4E6157-CD3D-9706-0ECD-D9BD3708BC61}"/>
                </a:ext>
              </a:extLst>
            </p:cNvPr>
            <p:cNvPicPr>
              <a:picLocks noChangeAspect="1"/>
            </p:cNvPicPr>
            <p:nvPr/>
          </p:nvPicPr>
          <p:blipFill rotWithShape="1">
            <a:blip r:embed="rId2">
              <a:extLst>
                <a:ext uri="{28A0092B-C50C-407E-A947-70E740481C1C}">
                  <a14:useLocalDpi xmlns:a14="http://schemas.microsoft.com/office/drawing/2010/main"/>
                </a:ext>
              </a:extLst>
            </a:blip>
            <a:srcRect l="-1476"/>
            <a:stretch/>
          </p:blipFill>
          <p:spPr>
            <a:xfrm>
              <a:off x="7010400" y="3429000"/>
              <a:ext cx="1351806" cy="1351806"/>
            </a:xfrm>
            <a:prstGeom prst="ellipse">
              <a:avLst/>
            </a:prstGeom>
            <a:noFill/>
            <a:ln w="12700">
              <a:noFill/>
            </a:ln>
          </p:spPr>
        </p:pic>
      </p:grpSp>
      <p:grpSp>
        <p:nvGrpSpPr>
          <p:cNvPr id="10" name="Group 9">
            <a:extLst>
              <a:ext uri="{FF2B5EF4-FFF2-40B4-BE49-F238E27FC236}">
                <a16:creationId xmlns:a16="http://schemas.microsoft.com/office/drawing/2014/main" id="{0140B396-C880-84B1-1A67-E0D7336A0B1D}"/>
              </a:ext>
            </a:extLst>
          </p:cNvPr>
          <p:cNvGrpSpPr/>
          <p:nvPr userDrawn="1"/>
        </p:nvGrpSpPr>
        <p:grpSpPr>
          <a:xfrm>
            <a:off x="842790" y="3688343"/>
            <a:ext cx="4535837" cy="1351806"/>
            <a:chOff x="1016000" y="3233077"/>
            <a:chExt cx="4535837" cy="1351806"/>
          </a:xfrm>
        </p:grpSpPr>
        <p:sp>
          <p:nvSpPr>
            <p:cNvPr id="11" name="Text Placeholder 6">
              <a:extLst>
                <a:ext uri="{FF2B5EF4-FFF2-40B4-BE49-F238E27FC236}">
                  <a16:creationId xmlns:a16="http://schemas.microsoft.com/office/drawing/2014/main" id="{8910F25C-7D9A-3926-A241-450BB0526BAE}"/>
                </a:ext>
              </a:extLst>
            </p:cNvPr>
            <p:cNvSpPr txBox="1">
              <a:spLocks/>
            </p:cNvSpPr>
            <p:nvPr/>
          </p:nvSpPr>
          <p:spPr>
            <a:xfrm>
              <a:off x="2542298" y="3393455"/>
              <a:ext cx="3009539" cy="1031051"/>
            </a:xfrm>
            <a:prstGeom prst="rect">
              <a:avLst/>
            </a:prstGeom>
          </p:spPr>
          <p:txBody>
            <a:bodyPr wrap="square">
              <a:spAutoFit/>
            </a:bodyPr>
            <a:lstStyle>
              <a:lvl1pPr marL="0" indent="0" algn="l" defTabSz="914377" rtl="0" eaLnBrk="1" latinLnBrk="0" hangingPunct="1">
                <a:lnSpc>
                  <a:spcPts val="1800"/>
                </a:lnSpc>
                <a:spcBef>
                  <a:spcPts val="500"/>
                </a:spcBef>
                <a:spcAft>
                  <a:spcPts val="1000"/>
                </a:spcAft>
                <a:buFont typeface="Arial" panose="020B0604020202020204" pitchFamily="34" charset="0"/>
                <a:buNone/>
                <a:defRPr sz="1400" b="0" i="0" kern="900" spc="20" baseline="0">
                  <a:solidFill>
                    <a:schemeClr val="tx1"/>
                  </a:solidFill>
                  <a:latin typeface="Gibson" panose="02000000000000000000" pitchFamily="2" charset="77"/>
                  <a:ea typeface="+mn-ea"/>
                  <a:cs typeface="+mn-cs"/>
                </a:defRPr>
              </a:lvl1pPr>
              <a:lvl2pPr marL="457189" indent="0" algn="l" defTabSz="914377" rtl="0" eaLnBrk="1" latinLnBrk="0" hangingPunct="1">
                <a:lnSpc>
                  <a:spcPts val="1800"/>
                </a:lnSpc>
                <a:spcBef>
                  <a:spcPts val="500"/>
                </a:spcBef>
                <a:spcAft>
                  <a:spcPts val="1000"/>
                </a:spcAft>
                <a:buFont typeface="Arial" panose="020B0604020202020204" pitchFamily="34" charset="0"/>
                <a:buNone/>
                <a:defRPr sz="1400" b="0" i="0" kern="1200" spc="20" baseline="0">
                  <a:solidFill>
                    <a:schemeClr val="tx1"/>
                  </a:solidFill>
                  <a:latin typeface="Gibson" panose="02000000000000000000" pitchFamily="2" charset="77"/>
                  <a:ea typeface="+mn-ea"/>
                  <a:cs typeface="+mn-cs"/>
                </a:defRPr>
              </a:lvl2pPr>
              <a:lvl3pPr marL="914377" indent="0" algn="l" defTabSz="914377" rtl="0" eaLnBrk="1" latinLnBrk="0" hangingPunct="1">
                <a:lnSpc>
                  <a:spcPts val="1800"/>
                </a:lnSpc>
                <a:spcBef>
                  <a:spcPts val="500"/>
                </a:spcBef>
                <a:spcAft>
                  <a:spcPts val="1000"/>
                </a:spcAft>
                <a:buFont typeface="Arial" panose="020B0604020202020204" pitchFamily="34" charset="0"/>
                <a:buNone/>
                <a:defRPr sz="1400" b="0" i="0" kern="1200" spc="20" baseline="0">
                  <a:solidFill>
                    <a:schemeClr val="tx1"/>
                  </a:solidFill>
                  <a:latin typeface="Gibson" panose="02000000000000000000" pitchFamily="2" charset="77"/>
                  <a:ea typeface="+mn-ea"/>
                  <a:cs typeface="+mn-cs"/>
                </a:defRPr>
              </a:lvl3pPr>
              <a:lvl4pPr marL="1371566" indent="0" algn="l" defTabSz="914377" rtl="0" eaLnBrk="1" latinLnBrk="0" hangingPunct="1">
                <a:lnSpc>
                  <a:spcPts val="1800"/>
                </a:lnSpc>
                <a:spcBef>
                  <a:spcPts val="500"/>
                </a:spcBef>
                <a:spcAft>
                  <a:spcPts val="1000"/>
                </a:spcAft>
                <a:buFont typeface="Arial" panose="020B0604020202020204" pitchFamily="34" charset="0"/>
                <a:buNone/>
                <a:defRPr sz="1400" b="0" i="0" kern="1200" spc="20" baseline="0">
                  <a:solidFill>
                    <a:schemeClr val="tx1"/>
                  </a:solidFill>
                  <a:latin typeface="Gibson" panose="02000000000000000000" pitchFamily="2" charset="77"/>
                  <a:ea typeface="+mn-ea"/>
                  <a:cs typeface="+mn-cs"/>
                </a:defRPr>
              </a:lvl4pPr>
              <a:lvl5pPr marL="1828754" indent="0" algn="l" defTabSz="914377" rtl="0" eaLnBrk="1" latinLnBrk="0" hangingPunct="1">
                <a:lnSpc>
                  <a:spcPts val="1800"/>
                </a:lnSpc>
                <a:spcBef>
                  <a:spcPts val="500"/>
                </a:spcBef>
                <a:spcAft>
                  <a:spcPts val="1000"/>
                </a:spcAft>
                <a:buFont typeface="Arial" panose="020B0604020202020204" pitchFamily="34" charset="0"/>
                <a:buNone/>
                <a:defRPr sz="1400" b="0" i="0" kern="1200" spc="20" baseline="0">
                  <a:solidFill>
                    <a:schemeClr val="tx1"/>
                  </a:solidFill>
                  <a:latin typeface="Gibson" panose="02000000000000000000"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b="1" i="0" u="none" strike="noStrike" kern="900" cap="none" spc="60" normalizeH="0" baseline="0" noProof="0">
                  <a:ln>
                    <a:noFill/>
                  </a:ln>
                  <a:solidFill>
                    <a:srgbClr val="FFFFFF"/>
                  </a:solidFill>
                  <a:effectLst/>
                  <a:uLnTx/>
                  <a:uFillTx/>
                  <a:latin typeface="RadikalW03-Regular" pitchFamily="2" charset="77"/>
                  <a:ea typeface="+mn-ea"/>
                  <a:cs typeface="+mn-cs"/>
                </a:rPr>
                <a:t>Dave Witkin</a:t>
              </a:r>
            </a:p>
            <a:p>
              <a:pPr marL="0" marR="0" lvl="0" indent="0" algn="l" defTabSz="914377"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b="0" i="0" u="none" strike="noStrike" kern="900" cap="none" spc="20" normalizeH="0" baseline="0" noProof="0">
                  <a:ln>
                    <a:noFill/>
                  </a:ln>
                  <a:solidFill>
                    <a:srgbClr val="FFFFFF"/>
                  </a:solidFill>
                  <a:effectLst/>
                  <a:uLnTx/>
                  <a:uFillTx/>
                  <a:latin typeface="RadikalW03-Regular" pitchFamily="2" charset="77"/>
                  <a:ea typeface="+mn-ea"/>
                  <a:cs typeface="+mn-cs"/>
                </a:rPr>
                <a:t>Managing Principal</a:t>
              </a:r>
            </a:p>
            <a:p>
              <a:pPr marL="0" marR="0" lvl="0" indent="0" algn="l" defTabSz="914377"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b="0" i="0" u="none" strike="noStrike" kern="900" cap="none" spc="20" normalizeH="0" baseline="0" noProof="0">
                  <a:ln>
                    <a:noFill/>
                  </a:ln>
                  <a:solidFill>
                    <a:srgbClr val="FFFFFF"/>
                  </a:solidFill>
                  <a:effectLst/>
                  <a:uLnTx/>
                  <a:uFillTx/>
                  <a:latin typeface="RadikalW03-Regular" pitchFamily="2" charset="77"/>
                  <a:ea typeface="+mn-ea"/>
                  <a:cs typeface="+mn-cs"/>
                </a:rPr>
                <a:t>dave.witkin@packagedagile.com</a:t>
              </a:r>
            </a:p>
            <a:p>
              <a:pPr marL="0" marR="0" lvl="0" indent="0" algn="l" defTabSz="914377"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b="0" i="0" u="none" strike="noStrike" kern="900" cap="none" spc="20" normalizeH="0" baseline="0" noProof="0">
                  <a:ln>
                    <a:noFill/>
                  </a:ln>
                  <a:solidFill>
                    <a:srgbClr val="FFFFFF"/>
                  </a:solidFill>
                  <a:effectLst/>
                  <a:uLnTx/>
                  <a:uFillTx/>
                  <a:latin typeface="RadikalW03-Regular" pitchFamily="2" charset="77"/>
                  <a:ea typeface="+mn-ea"/>
                  <a:cs typeface="+mn-cs"/>
                </a:rPr>
                <a:t>202-596-9050</a:t>
              </a:r>
            </a:p>
          </p:txBody>
        </p:sp>
        <p:pic>
          <p:nvPicPr>
            <p:cNvPr id="12" name="Picture Placeholder 33">
              <a:extLst>
                <a:ext uri="{FF2B5EF4-FFF2-40B4-BE49-F238E27FC236}">
                  <a16:creationId xmlns:a16="http://schemas.microsoft.com/office/drawing/2014/main" id="{66F17F50-A091-874E-E642-113F1A767ED7}"/>
                </a:ext>
              </a:extLst>
            </p:cNvPr>
            <p:cNvPicPr>
              <a:picLocks noChangeAspect="1"/>
            </p:cNvPicPr>
            <p:nvPr/>
          </p:nvPicPr>
          <p:blipFill>
            <a:blip r:embed="rId3"/>
            <a:srcRect/>
            <a:stretch/>
          </p:blipFill>
          <p:spPr>
            <a:xfrm>
              <a:off x="1016000" y="3233077"/>
              <a:ext cx="1351806" cy="1351806"/>
            </a:xfrm>
            <a:prstGeom prst="ellipse">
              <a:avLst/>
            </a:prstGeom>
            <a:noFill/>
            <a:ln w="12700">
              <a:noFill/>
            </a:ln>
          </p:spPr>
        </p:pic>
      </p:grpSp>
      <p:pic>
        <p:nvPicPr>
          <p:cNvPr id="13" name="Picture 12" descr="Text&#10;&#10;Description automatically generated with low confidence">
            <a:extLst>
              <a:ext uri="{FF2B5EF4-FFF2-40B4-BE49-F238E27FC236}">
                <a16:creationId xmlns:a16="http://schemas.microsoft.com/office/drawing/2014/main" id="{F9FB94F1-2D16-E6D5-D694-6571743325B1}"/>
              </a:ext>
            </a:extLst>
          </p:cNvPr>
          <p:cNvPicPr>
            <a:picLocks noChangeAspect="1"/>
          </p:cNvPicPr>
          <p:nvPr userDrawn="1"/>
        </p:nvPicPr>
        <p:blipFill>
          <a:blip r:embed="rId4"/>
          <a:stretch>
            <a:fillRect/>
          </a:stretch>
        </p:blipFill>
        <p:spPr>
          <a:xfrm>
            <a:off x="4014275" y="594077"/>
            <a:ext cx="4163451" cy="1345506"/>
          </a:xfrm>
          <a:prstGeom prst="rect">
            <a:avLst/>
          </a:prstGeom>
        </p:spPr>
      </p:pic>
      <p:sp>
        <p:nvSpPr>
          <p:cNvPr id="14" name="TextBox 13">
            <a:extLst>
              <a:ext uri="{FF2B5EF4-FFF2-40B4-BE49-F238E27FC236}">
                <a16:creationId xmlns:a16="http://schemas.microsoft.com/office/drawing/2014/main" id="{CDAA6D0F-534E-70B1-485E-7CDBB047017D}"/>
              </a:ext>
            </a:extLst>
          </p:cNvPr>
          <p:cNvSpPr txBox="1"/>
          <p:nvPr userDrawn="1"/>
        </p:nvSpPr>
        <p:spPr>
          <a:xfrm>
            <a:off x="417385" y="6506030"/>
            <a:ext cx="2743200" cy="351969"/>
          </a:xfrm>
          <a:prstGeom prst="rect">
            <a:avLst/>
          </a:prstGeom>
          <a:noFill/>
        </p:spPr>
        <p:txBody>
          <a:bodyPr wrap="square" rtlCol="0">
            <a:spAutoFit/>
          </a:bodyPr>
          <a:lstStyle/>
          <a:p>
            <a:r>
              <a:rPr lang="en-US" sz="800">
                <a:solidFill>
                  <a:schemeClr val="bg1"/>
                </a:solidFill>
                <a:latin typeface="RadikalW03-Regular" pitchFamily="2" charset="77"/>
              </a:rPr>
              <a:t>© 2025, Packaged Agile, LLC. Proprietary and Confidential. All Rights Reserved.</a:t>
            </a:r>
          </a:p>
        </p:txBody>
      </p:sp>
      <p:sp>
        <p:nvSpPr>
          <p:cNvPr id="15" name="TextBox 8">
            <a:extLst>
              <a:ext uri="{FF2B5EF4-FFF2-40B4-BE49-F238E27FC236}">
                <a16:creationId xmlns:a16="http://schemas.microsoft.com/office/drawing/2014/main" id="{04AA636E-6C7A-35B6-AB36-D18C6FC6D749}"/>
              </a:ext>
            </a:extLst>
          </p:cNvPr>
          <p:cNvSpPr txBox="1"/>
          <p:nvPr userDrawn="1"/>
        </p:nvSpPr>
        <p:spPr>
          <a:xfrm>
            <a:off x="3946797" y="6244421"/>
            <a:ext cx="4392876" cy="5078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prstClr val="white"/>
                </a:solidFill>
                <a:effectLst/>
                <a:uLnTx/>
                <a:uFillTx/>
                <a:latin typeface="RadikalW03-Regular" panose="01000000000000000000" pitchFamily="2" charset="0"/>
                <a:ea typeface="+mn-ea"/>
                <a:cs typeface="+mn-cs"/>
                <a:hlinkClick r:id="rId5">
                  <a:extLst>
                    <a:ext uri="{A12FA001-AC4F-418D-AE19-62706E023703}">
                      <ahyp:hlinkClr xmlns:ahyp="http://schemas.microsoft.com/office/drawing/2018/hyperlinkcolor" val="tx"/>
                    </a:ext>
                  </a:extLst>
                </a:hlinkClick>
              </a:rPr>
              <a:t>www.packagedagile.com</a:t>
            </a:r>
            <a:r>
              <a:rPr kumimoji="0" lang="en-US" sz="1100" b="0" i="0" u="none" strike="noStrike" kern="1200" cap="none" spc="0" normalizeH="0" baseline="0" noProof="0">
                <a:ln>
                  <a:noFill/>
                </a:ln>
                <a:solidFill>
                  <a:prstClr val="white"/>
                </a:solidFill>
                <a:effectLst/>
                <a:uLnTx/>
                <a:uFillTx/>
                <a:latin typeface="RadikalW03-Regular" panose="01000000000000000000" pitchFamily="2" charset="0"/>
                <a:ea typeface="+mn-ea"/>
                <a:cs typeface="+mn-cs"/>
              </a:rPr>
              <a:t>      </a:t>
            </a:r>
            <a:r>
              <a:rPr kumimoji="0" lang="en-US" sz="1100" b="0" i="0" u="none" strike="noStrike" kern="1200" cap="none" spc="0" normalizeH="0" baseline="0" noProof="0">
                <a:ln>
                  <a:noFill/>
                </a:ln>
                <a:solidFill>
                  <a:prstClr val="white"/>
                </a:solidFill>
                <a:effectLst/>
                <a:uLnTx/>
                <a:uFillTx/>
                <a:latin typeface="RadikalW03-Regular" panose="01000000000000000000" pitchFamily="2" charset="0"/>
                <a:ea typeface="+mn-ea"/>
                <a:cs typeface="+mn-cs"/>
                <a:sym typeface="Wingdings" panose="05000000000000000000" pitchFamily="2" charset="2"/>
              </a:rPr>
              <a:t></a:t>
            </a:r>
            <a:r>
              <a:rPr kumimoji="0" lang="en-US" sz="1100" b="0" i="0" u="none" strike="noStrike" kern="1200" cap="none" spc="0" normalizeH="0" baseline="0" noProof="0">
                <a:ln>
                  <a:noFill/>
                </a:ln>
                <a:solidFill>
                  <a:prstClr val="white"/>
                </a:solidFill>
                <a:effectLst/>
                <a:uLnTx/>
                <a:uFillTx/>
                <a:latin typeface="RadikalW03-Regular" panose="01000000000000000000" pitchFamily="2" charset="0"/>
                <a:ea typeface="+mn-ea"/>
                <a:cs typeface="+mn-cs"/>
              </a:rPr>
              <a:t>      </a:t>
            </a:r>
            <a:r>
              <a:rPr kumimoji="0" lang="en-US" sz="1100" b="0" i="0" u="none" strike="noStrike" kern="1200" cap="none" spc="0" normalizeH="0" baseline="0" noProof="0">
                <a:ln>
                  <a:noFill/>
                </a:ln>
                <a:solidFill>
                  <a:schemeClr val="bg1"/>
                </a:solidFill>
                <a:effectLst/>
                <a:uLnTx/>
                <a:uFillTx/>
                <a:latin typeface="RadikalW03-Regular" panose="01000000000000000000" pitchFamily="2" charset="0"/>
                <a:ea typeface="+mn-ea"/>
                <a:cs typeface="+mn-cs"/>
                <a:hlinkClick r:id="rId6">
                  <a:extLst>
                    <a:ext uri="{A12FA001-AC4F-418D-AE19-62706E023703}">
                      <ahyp:hlinkClr xmlns:ahyp="http://schemas.microsoft.com/office/drawing/2018/hyperlinkcolor" val="tx"/>
                    </a:ext>
                  </a:extLst>
                </a:hlinkClick>
              </a:rPr>
              <a:t>info@packagedagile.com</a:t>
            </a:r>
            <a:endParaRPr kumimoji="0" lang="en-US" sz="1100" b="0" i="0" u="none" strike="noStrike" kern="1200" cap="none" spc="0" normalizeH="0" baseline="0" noProof="0">
              <a:ln>
                <a:noFill/>
              </a:ln>
              <a:solidFill>
                <a:schemeClr val="bg1"/>
              </a:solidFill>
              <a:effectLst/>
              <a:uLnTx/>
              <a:uFillTx/>
              <a:latin typeface="RadikalW03-Regular" panose="01000000000000000000" pitchFamily="2" charset="0"/>
              <a:ea typeface="+mn-ea"/>
              <a:cs typeface="+mn-cs"/>
            </a:endParaRPr>
          </a:p>
          <a:p>
            <a:pPr marL="0" marR="0" lvl="0" indent="0" algn="ctr" defTabSz="121917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prstClr val="white"/>
                </a:solidFill>
                <a:effectLst/>
                <a:uLnTx/>
                <a:uFillTx/>
                <a:latin typeface="RadikalW03-Regular" panose="01000000000000000000" pitchFamily="2" charset="0"/>
                <a:ea typeface="+mn-ea"/>
                <a:cs typeface="+mn-cs"/>
              </a:rPr>
              <a:t>161 Fort Evans Road, Suite 210, </a:t>
            </a:r>
            <a:r>
              <a:rPr lang="en-US" sz="1100">
                <a:solidFill>
                  <a:prstClr val="white"/>
                </a:solidFill>
                <a:latin typeface="RadikalW03-Regular" panose="01000000000000000000" pitchFamily="2" charset="0"/>
              </a:rPr>
              <a:t>Leesburg, VA 20176 </a:t>
            </a:r>
            <a:endParaRPr kumimoji="0" lang="en-US" sz="1100" b="0" i="0" u="none" strike="noStrike" kern="1200" cap="none" spc="0" normalizeH="0" baseline="0" noProof="0">
              <a:ln>
                <a:noFill/>
              </a:ln>
              <a:solidFill>
                <a:prstClr val="white"/>
              </a:solidFill>
              <a:effectLst/>
              <a:uLnTx/>
              <a:uFillTx/>
              <a:latin typeface="RadikalW03-Regular" panose="01000000000000000000" pitchFamily="2" charset="0"/>
              <a:ea typeface="+mn-ea"/>
              <a:cs typeface="+mn-cs"/>
            </a:endParaRPr>
          </a:p>
        </p:txBody>
      </p:sp>
      <p:sp>
        <p:nvSpPr>
          <p:cNvPr id="16" name="Slide Number Placeholder 1">
            <a:extLst>
              <a:ext uri="{FF2B5EF4-FFF2-40B4-BE49-F238E27FC236}">
                <a16:creationId xmlns:a16="http://schemas.microsoft.com/office/drawing/2014/main" id="{B9B16A7D-2DE0-E851-705B-30E8CD770662}"/>
              </a:ext>
            </a:extLst>
          </p:cNvPr>
          <p:cNvSpPr>
            <a:spLocks noGrp="1"/>
          </p:cNvSpPr>
          <p:nvPr>
            <p:ph type="sldNum" sz="quarter" idx="12"/>
          </p:nvPr>
        </p:nvSpPr>
        <p:spPr>
          <a:xfrm>
            <a:off x="10324618" y="6506030"/>
            <a:ext cx="1638782" cy="246222"/>
          </a:xfrm>
          <a:prstGeom prst="rect">
            <a:avLst/>
          </a:prstGeom>
        </p:spPr>
        <p:txBody>
          <a:bodyPr/>
          <a:lstStyle>
            <a:lvl1pPr algn="r">
              <a:defRPr sz="1000"/>
            </a:lvl1pPr>
          </a:lstStyle>
          <a:p>
            <a:r>
              <a:rPr lang="en-US">
                <a:solidFill>
                  <a:schemeClr val="bg1"/>
                </a:solidFill>
                <a:latin typeface="RadikalW03-Regular" panose="01000000000000000000" pitchFamily="2" charset="0"/>
              </a:rPr>
              <a:t>Page </a:t>
            </a:r>
            <a:fld id="{66360215-CEF7-C448-B648-827E288A9E05}" type="slidenum">
              <a:rPr lang="en-US" smtClean="0">
                <a:solidFill>
                  <a:schemeClr val="bg1"/>
                </a:solidFill>
                <a:latin typeface="RadikalW03-Regular" panose="01000000000000000000" pitchFamily="2" charset="0"/>
              </a:rPr>
              <a:pPr/>
              <a:t>‹#›</a:t>
            </a:fld>
            <a:endParaRPr lang="en-US">
              <a:solidFill>
                <a:schemeClr val="bg1"/>
              </a:solidFill>
              <a:latin typeface="RadikalW03-Regular" panose="01000000000000000000" pitchFamily="2" charset="0"/>
            </a:endParaRPr>
          </a:p>
        </p:txBody>
      </p:sp>
    </p:spTree>
    <p:extLst>
      <p:ext uri="{BB962C8B-B14F-4D97-AF65-F5344CB8AC3E}">
        <p14:creationId xmlns:p14="http://schemas.microsoft.com/office/powerpoint/2010/main" val="332050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boose Blank">
    <p:bg>
      <p:bgPr>
        <a:solidFill>
          <a:srgbClr val="0086CA"/>
        </a:solidFill>
        <a:effectLst/>
      </p:bgPr>
    </p:bg>
    <p:spTree>
      <p:nvGrpSpPr>
        <p:cNvPr id="1" name=""/>
        <p:cNvGrpSpPr/>
        <p:nvPr/>
      </p:nvGrpSpPr>
      <p:grpSpPr>
        <a:xfrm>
          <a:off x="0" y="0"/>
          <a:ext cx="0" cy="0"/>
          <a:chOff x="0" y="0"/>
          <a:chExt cx="0" cy="0"/>
        </a:xfrm>
      </p:grpSpPr>
      <p:sp>
        <p:nvSpPr>
          <p:cNvPr id="9" name="Slide Number Placeholder 1">
            <a:extLst>
              <a:ext uri="{FF2B5EF4-FFF2-40B4-BE49-F238E27FC236}">
                <a16:creationId xmlns:a16="http://schemas.microsoft.com/office/drawing/2014/main" id="{F06A2B0C-34C1-3C72-3F94-82FB5091C91C}"/>
              </a:ext>
            </a:extLst>
          </p:cNvPr>
          <p:cNvSpPr>
            <a:spLocks noGrp="1"/>
          </p:cNvSpPr>
          <p:nvPr>
            <p:ph type="sldNum" sz="quarter" idx="12"/>
          </p:nvPr>
        </p:nvSpPr>
        <p:spPr>
          <a:xfrm>
            <a:off x="9220200" y="6506030"/>
            <a:ext cx="2743200" cy="246222"/>
          </a:xfrm>
          <a:prstGeom prst="rect">
            <a:avLst/>
          </a:prstGeom>
        </p:spPr>
        <p:txBody>
          <a:bodyPr/>
          <a:lstStyle>
            <a:lvl1pPr algn="r">
              <a:defRPr sz="1000"/>
            </a:lvl1pPr>
          </a:lstStyle>
          <a:p>
            <a:r>
              <a:rPr lang="en-US">
                <a:solidFill>
                  <a:schemeClr val="bg1"/>
                </a:solidFill>
                <a:latin typeface="RadikalW03-Regular" panose="01000000000000000000" pitchFamily="2" charset="0"/>
              </a:rPr>
              <a:t>Page </a:t>
            </a:r>
            <a:fld id="{66360215-CEF7-C448-B648-827E288A9E05}" type="slidenum">
              <a:rPr lang="en-US" smtClean="0">
                <a:solidFill>
                  <a:schemeClr val="bg1"/>
                </a:solidFill>
                <a:latin typeface="RadikalW03-Regular" panose="01000000000000000000" pitchFamily="2" charset="0"/>
              </a:rPr>
              <a:pPr/>
              <a:t>‹#›</a:t>
            </a:fld>
            <a:endParaRPr lang="en-US">
              <a:solidFill>
                <a:schemeClr val="bg1"/>
              </a:solidFill>
              <a:latin typeface="RadikalW03-Regular" panose="01000000000000000000" pitchFamily="2" charset="0"/>
            </a:endParaRPr>
          </a:p>
        </p:txBody>
      </p:sp>
      <p:pic>
        <p:nvPicPr>
          <p:cNvPr id="13" name="Picture 12" descr="Text&#10;&#10;Description automatically generated with low confidence">
            <a:extLst>
              <a:ext uri="{FF2B5EF4-FFF2-40B4-BE49-F238E27FC236}">
                <a16:creationId xmlns:a16="http://schemas.microsoft.com/office/drawing/2014/main" id="{F9FB94F1-2D16-E6D5-D694-6571743325B1}"/>
              </a:ext>
            </a:extLst>
          </p:cNvPr>
          <p:cNvPicPr>
            <a:picLocks noChangeAspect="1"/>
          </p:cNvPicPr>
          <p:nvPr userDrawn="1"/>
        </p:nvPicPr>
        <p:blipFill>
          <a:blip r:embed="rId2"/>
          <a:stretch>
            <a:fillRect/>
          </a:stretch>
        </p:blipFill>
        <p:spPr>
          <a:xfrm>
            <a:off x="4014275" y="594077"/>
            <a:ext cx="4163451" cy="1345506"/>
          </a:xfrm>
          <a:prstGeom prst="rect">
            <a:avLst/>
          </a:prstGeom>
        </p:spPr>
      </p:pic>
      <p:sp>
        <p:nvSpPr>
          <p:cNvPr id="14" name="TextBox 13">
            <a:extLst>
              <a:ext uri="{FF2B5EF4-FFF2-40B4-BE49-F238E27FC236}">
                <a16:creationId xmlns:a16="http://schemas.microsoft.com/office/drawing/2014/main" id="{CDAA6D0F-534E-70B1-485E-7CDBB047017D}"/>
              </a:ext>
            </a:extLst>
          </p:cNvPr>
          <p:cNvSpPr txBox="1"/>
          <p:nvPr userDrawn="1"/>
        </p:nvSpPr>
        <p:spPr>
          <a:xfrm>
            <a:off x="417385" y="6506030"/>
            <a:ext cx="2743200" cy="351969"/>
          </a:xfrm>
          <a:prstGeom prst="rect">
            <a:avLst/>
          </a:prstGeom>
          <a:noFill/>
        </p:spPr>
        <p:txBody>
          <a:bodyPr wrap="square" rtlCol="0">
            <a:spAutoFit/>
          </a:bodyPr>
          <a:lstStyle/>
          <a:p>
            <a:r>
              <a:rPr lang="en-US" sz="800">
                <a:solidFill>
                  <a:schemeClr val="bg1"/>
                </a:solidFill>
                <a:latin typeface="RadikalW03-Regular" pitchFamily="2" charset="77"/>
              </a:rPr>
              <a:t>© 2025, Packaged Agile, LLC. Proprietary and Confidential. All Rights Reserved.</a:t>
            </a:r>
          </a:p>
        </p:txBody>
      </p:sp>
      <p:sp>
        <p:nvSpPr>
          <p:cNvPr id="15" name="TextBox 8">
            <a:extLst>
              <a:ext uri="{FF2B5EF4-FFF2-40B4-BE49-F238E27FC236}">
                <a16:creationId xmlns:a16="http://schemas.microsoft.com/office/drawing/2014/main" id="{04AA636E-6C7A-35B6-AB36-D18C6FC6D749}"/>
              </a:ext>
            </a:extLst>
          </p:cNvPr>
          <p:cNvSpPr txBox="1"/>
          <p:nvPr userDrawn="1"/>
        </p:nvSpPr>
        <p:spPr>
          <a:xfrm>
            <a:off x="3946797" y="6244421"/>
            <a:ext cx="4392876" cy="5078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prstClr val="white"/>
                </a:solidFill>
                <a:effectLst/>
                <a:uLnTx/>
                <a:uFillTx/>
                <a:latin typeface="RadikalW03-Regular" panose="01000000000000000000" pitchFamily="2" charset="0"/>
                <a:ea typeface="+mn-ea"/>
                <a:cs typeface="+mn-cs"/>
                <a:hlinkClick r:id="rId3">
                  <a:extLst>
                    <a:ext uri="{A12FA001-AC4F-418D-AE19-62706E023703}">
                      <ahyp:hlinkClr xmlns:ahyp="http://schemas.microsoft.com/office/drawing/2018/hyperlinkcolor" val="tx"/>
                    </a:ext>
                  </a:extLst>
                </a:hlinkClick>
              </a:rPr>
              <a:t>www.packagedagile.com</a:t>
            </a:r>
            <a:r>
              <a:rPr kumimoji="0" lang="en-US" sz="1100" b="0" i="0" u="none" strike="noStrike" kern="1200" cap="none" spc="0" normalizeH="0" baseline="0" noProof="0">
                <a:ln>
                  <a:noFill/>
                </a:ln>
                <a:solidFill>
                  <a:prstClr val="white"/>
                </a:solidFill>
                <a:effectLst/>
                <a:uLnTx/>
                <a:uFillTx/>
                <a:latin typeface="RadikalW03-Regular" panose="01000000000000000000" pitchFamily="2" charset="0"/>
                <a:ea typeface="+mn-ea"/>
                <a:cs typeface="+mn-cs"/>
              </a:rPr>
              <a:t>      </a:t>
            </a:r>
            <a:r>
              <a:rPr kumimoji="0" lang="en-US" sz="1100" b="0" i="0" u="none" strike="noStrike" kern="1200" cap="none" spc="0" normalizeH="0" baseline="0" noProof="0">
                <a:ln>
                  <a:noFill/>
                </a:ln>
                <a:solidFill>
                  <a:prstClr val="white"/>
                </a:solidFill>
                <a:effectLst/>
                <a:uLnTx/>
                <a:uFillTx/>
                <a:latin typeface="RadikalW03-Regular" panose="01000000000000000000" pitchFamily="2" charset="0"/>
                <a:ea typeface="+mn-ea"/>
                <a:cs typeface="+mn-cs"/>
                <a:sym typeface="Wingdings" panose="05000000000000000000" pitchFamily="2" charset="2"/>
              </a:rPr>
              <a:t></a:t>
            </a:r>
            <a:r>
              <a:rPr kumimoji="0" lang="en-US" sz="1100" b="0" i="0" u="none" strike="noStrike" kern="1200" cap="none" spc="0" normalizeH="0" baseline="0" noProof="0">
                <a:ln>
                  <a:noFill/>
                </a:ln>
                <a:solidFill>
                  <a:prstClr val="white"/>
                </a:solidFill>
                <a:effectLst/>
                <a:uLnTx/>
                <a:uFillTx/>
                <a:latin typeface="RadikalW03-Regular" panose="01000000000000000000" pitchFamily="2" charset="0"/>
                <a:ea typeface="+mn-ea"/>
                <a:cs typeface="+mn-cs"/>
              </a:rPr>
              <a:t>      </a:t>
            </a:r>
            <a:r>
              <a:rPr kumimoji="0" lang="en-US" sz="1100" b="0" i="0" u="none" strike="noStrike" kern="1200" cap="none" spc="0" normalizeH="0" baseline="0" noProof="0">
                <a:ln>
                  <a:noFill/>
                </a:ln>
                <a:solidFill>
                  <a:schemeClr val="bg1"/>
                </a:solidFill>
                <a:effectLst/>
                <a:uLnTx/>
                <a:uFillTx/>
                <a:latin typeface="RadikalW03-Regular" panose="01000000000000000000" pitchFamily="2" charset="0"/>
                <a:ea typeface="+mn-ea"/>
                <a:cs typeface="+mn-cs"/>
                <a:hlinkClick r:id="rId4">
                  <a:extLst>
                    <a:ext uri="{A12FA001-AC4F-418D-AE19-62706E023703}">
                      <ahyp:hlinkClr xmlns:ahyp="http://schemas.microsoft.com/office/drawing/2018/hyperlinkcolor" val="tx"/>
                    </a:ext>
                  </a:extLst>
                </a:hlinkClick>
              </a:rPr>
              <a:t>info@packagedagile.com</a:t>
            </a:r>
            <a:endParaRPr kumimoji="0" lang="en-US" sz="1100" b="0" i="0" u="none" strike="noStrike" kern="1200" cap="none" spc="0" normalizeH="0" baseline="0" noProof="0">
              <a:ln>
                <a:noFill/>
              </a:ln>
              <a:solidFill>
                <a:schemeClr val="bg1"/>
              </a:solidFill>
              <a:effectLst/>
              <a:uLnTx/>
              <a:uFillTx/>
              <a:latin typeface="RadikalW03-Regular" panose="01000000000000000000" pitchFamily="2" charset="0"/>
              <a:ea typeface="+mn-ea"/>
              <a:cs typeface="+mn-cs"/>
            </a:endParaRPr>
          </a:p>
          <a:p>
            <a:pPr marL="0" marR="0" lvl="0" indent="0" algn="ctr" defTabSz="121917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prstClr val="white"/>
                </a:solidFill>
                <a:effectLst/>
                <a:uLnTx/>
                <a:uFillTx/>
                <a:latin typeface="RadikalW03-Regular" panose="01000000000000000000" pitchFamily="2" charset="0"/>
                <a:ea typeface="+mn-ea"/>
                <a:cs typeface="+mn-cs"/>
              </a:rPr>
              <a:t>161 Fort Evans Road, Suite 210, </a:t>
            </a:r>
            <a:r>
              <a:rPr lang="en-US" sz="1100">
                <a:solidFill>
                  <a:prstClr val="white"/>
                </a:solidFill>
                <a:latin typeface="RadikalW03-Regular" panose="01000000000000000000" pitchFamily="2" charset="0"/>
              </a:rPr>
              <a:t>Leesburg, VA 20176 </a:t>
            </a:r>
            <a:endParaRPr kumimoji="0" lang="en-US" sz="1100" b="0" i="0" u="none" strike="noStrike" kern="1200" cap="none" spc="0" normalizeH="0" baseline="0" noProof="0">
              <a:ln>
                <a:noFill/>
              </a:ln>
              <a:solidFill>
                <a:prstClr val="white"/>
              </a:solidFill>
              <a:effectLst/>
              <a:uLnTx/>
              <a:uFillTx/>
              <a:latin typeface="RadikalW03-Regular" panose="01000000000000000000" pitchFamily="2" charset="0"/>
              <a:ea typeface="+mn-ea"/>
              <a:cs typeface="+mn-cs"/>
            </a:endParaRPr>
          </a:p>
        </p:txBody>
      </p:sp>
      <p:sp>
        <p:nvSpPr>
          <p:cNvPr id="3" name="Content Placeholder 2">
            <a:extLst>
              <a:ext uri="{FF2B5EF4-FFF2-40B4-BE49-F238E27FC236}">
                <a16:creationId xmlns:a16="http://schemas.microsoft.com/office/drawing/2014/main" id="{7878C34F-65FF-0CF9-DB85-AE8FDEC23799}"/>
              </a:ext>
            </a:extLst>
          </p:cNvPr>
          <p:cNvSpPr>
            <a:spLocks noGrp="1"/>
          </p:cNvSpPr>
          <p:nvPr>
            <p:ph sz="quarter" idx="13"/>
          </p:nvPr>
        </p:nvSpPr>
        <p:spPr>
          <a:xfrm>
            <a:off x="1574800" y="2784475"/>
            <a:ext cx="9042400" cy="2316163"/>
          </a:xfrm>
          <a:prstGeom prst="rect">
            <a:avLst/>
          </a:prstGeom>
        </p:spPr>
        <p:txBody>
          <a:bodyPr/>
          <a:lstStyle>
            <a:lvl1pPr marL="0" indent="0" algn="ctr">
              <a:lnSpc>
                <a:spcPct val="110000"/>
              </a:lnSpc>
              <a:spcBef>
                <a:spcPts val="0"/>
              </a:spcBef>
              <a:buNone/>
              <a:defRPr>
                <a:solidFill>
                  <a:schemeClr val="bg1"/>
                </a:solidFill>
                <a:latin typeface="RadikalW03-Regular" panose="01000000000000000000" pitchFamily="2" charset="0"/>
              </a:defRPr>
            </a:lvl1pPr>
            <a:lvl2pPr algn="ctr">
              <a:lnSpc>
                <a:spcPct val="110000"/>
              </a:lnSpc>
              <a:spcBef>
                <a:spcPts val="0"/>
              </a:spcBef>
              <a:defRPr>
                <a:solidFill>
                  <a:schemeClr val="bg1"/>
                </a:solidFill>
                <a:latin typeface="RadikalW03-Regular" panose="01000000000000000000" pitchFamily="2" charset="0"/>
              </a:defRPr>
            </a:lvl2pPr>
            <a:lvl3pPr algn="ctr">
              <a:lnSpc>
                <a:spcPct val="110000"/>
              </a:lnSpc>
              <a:spcBef>
                <a:spcPts val="0"/>
              </a:spcBef>
              <a:defRPr>
                <a:solidFill>
                  <a:schemeClr val="bg1"/>
                </a:solidFill>
                <a:latin typeface="RadikalW03-Regular" panose="01000000000000000000" pitchFamily="2" charset="0"/>
              </a:defRPr>
            </a:lvl3pPr>
            <a:lvl4pPr algn="ctr">
              <a:lnSpc>
                <a:spcPct val="110000"/>
              </a:lnSpc>
              <a:spcBef>
                <a:spcPts val="0"/>
              </a:spcBef>
              <a:defRPr>
                <a:solidFill>
                  <a:schemeClr val="bg1"/>
                </a:solidFill>
                <a:latin typeface="RadikalW03-Regular" panose="01000000000000000000" pitchFamily="2" charset="0"/>
              </a:defRPr>
            </a:lvl4pPr>
            <a:lvl5pPr algn="ctr">
              <a:lnSpc>
                <a:spcPct val="110000"/>
              </a:lnSpc>
              <a:spcBef>
                <a:spcPts val="0"/>
              </a:spcBef>
              <a:defRPr>
                <a:solidFill>
                  <a:schemeClr val="bg1"/>
                </a:solidFill>
                <a:latin typeface="RadikalW03-Regular" panose="01000000000000000000" pitchFamily="2" charset="0"/>
              </a:defRPr>
            </a:lvl5pPr>
          </a:lstStyle>
          <a:p>
            <a:pPr lvl="0"/>
            <a:r>
              <a:rPr lang="en-US"/>
              <a:t>Click to edit Master text styles</a:t>
            </a:r>
          </a:p>
        </p:txBody>
      </p:sp>
    </p:spTree>
    <p:extLst>
      <p:ext uri="{BB962C8B-B14F-4D97-AF65-F5344CB8AC3E}">
        <p14:creationId xmlns:p14="http://schemas.microsoft.com/office/powerpoint/2010/main" val="1924322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userDrawn="1">
  <p:cSld name="Title Only">
    <p:spTree>
      <p:nvGrpSpPr>
        <p:cNvPr id="1" name="Shape 25"/>
        <p:cNvGrpSpPr/>
        <p:nvPr/>
      </p:nvGrpSpPr>
      <p:grpSpPr>
        <a:xfrm>
          <a:off x="0" y="0"/>
          <a:ext cx="0" cy="0"/>
          <a:chOff x="0" y="0"/>
          <a:chExt cx="0" cy="0"/>
        </a:xfrm>
      </p:grpSpPr>
      <p:sp>
        <p:nvSpPr>
          <p:cNvPr id="26" name="Google Shape;26;p37"/>
          <p:cNvSpPr txBox="1">
            <a:spLocks noGrp="1"/>
          </p:cNvSpPr>
          <p:nvPr>
            <p:ph type="sldNum" idx="12"/>
          </p:nvPr>
        </p:nvSpPr>
        <p:spPr>
          <a:xfrm>
            <a:off x="4724400" y="6467083"/>
            <a:ext cx="2743200" cy="390919"/>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atin typeface="RadikalW03-Regular" panose="01000000000000000000" pitchFamily="2" charset="0"/>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fld id="{00000000-1234-1234-1234-123412341234}" type="slidenum">
              <a:rPr lang="en-US" smtClean="0"/>
              <a:pPr/>
              <a:t>‹#›</a:t>
            </a:fld>
            <a:endParaRPr lang="en-US"/>
          </a:p>
        </p:txBody>
      </p:sp>
      <p:sp>
        <p:nvSpPr>
          <p:cNvPr id="27" name="Google Shape;27;p37"/>
          <p:cNvSpPr txBox="1">
            <a:spLocks noGrp="1"/>
          </p:cNvSpPr>
          <p:nvPr>
            <p:ph type="title"/>
          </p:nvPr>
        </p:nvSpPr>
        <p:spPr>
          <a:xfrm>
            <a:off x="518412" y="61412"/>
            <a:ext cx="11067973" cy="990599"/>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rgbClr val="2B3990"/>
              </a:buClr>
              <a:buSzPts val="3200"/>
              <a:buFont typeface="Arial"/>
              <a:buNone/>
              <a:defRPr sz="3200">
                <a:latin typeface="RadikalW03-Regular" panose="01000000000000000000" pitchFamily="2"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 name="Text Placeholder 2">
            <a:extLst>
              <a:ext uri="{FF2B5EF4-FFF2-40B4-BE49-F238E27FC236}">
                <a16:creationId xmlns:a16="http://schemas.microsoft.com/office/drawing/2014/main" id="{CCBE1B99-1891-4F9B-9F2A-2E1AA550801F}"/>
              </a:ext>
            </a:extLst>
          </p:cNvPr>
          <p:cNvSpPr>
            <a:spLocks noGrp="1"/>
          </p:cNvSpPr>
          <p:nvPr>
            <p:ph type="body" sz="quarter" idx="13"/>
          </p:nvPr>
        </p:nvSpPr>
        <p:spPr>
          <a:xfrm>
            <a:off x="519113" y="1279525"/>
            <a:ext cx="11068050" cy="51038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85472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9768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8CD54663-6D75-1553-75FB-8DC965EB028F}"/>
              </a:ext>
            </a:extLst>
          </p:cNvPr>
          <p:cNvSpPr>
            <a:spLocks noGrp="1"/>
          </p:cNvSpPr>
          <p:nvPr>
            <p:ph type="title"/>
          </p:nvPr>
        </p:nvSpPr>
        <p:spPr>
          <a:xfrm>
            <a:off x="838200" y="365126"/>
            <a:ext cx="10515600" cy="803918"/>
          </a:xfrm>
          <a:prstGeom prst="rect">
            <a:avLst/>
          </a:prstGeom>
        </p:spPr>
        <p:txBody>
          <a:bodyPr vert="horz" lIns="91440" tIns="45720" rIns="91440" bIns="45720" rtlCol="0" anchor="ctr">
            <a:noAutofit/>
          </a:bodyPr>
          <a:lstStyle/>
          <a:p>
            <a:r>
              <a:rPr lang="en-US"/>
              <a:t>Click to edit Master title style</a:t>
            </a:r>
          </a:p>
        </p:txBody>
      </p:sp>
      <p:sp>
        <p:nvSpPr>
          <p:cNvPr id="8" name="Text Placeholder 7">
            <a:extLst>
              <a:ext uri="{FF2B5EF4-FFF2-40B4-BE49-F238E27FC236}">
                <a16:creationId xmlns:a16="http://schemas.microsoft.com/office/drawing/2014/main" id="{99E441AC-5E2F-2714-7847-C4E3BF622718}"/>
              </a:ext>
            </a:extLst>
          </p:cNvPr>
          <p:cNvSpPr>
            <a:spLocks noGrp="1"/>
          </p:cNvSpPr>
          <p:nvPr>
            <p:ph type="body" idx="1"/>
          </p:nvPr>
        </p:nvSpPr>
        <p:spPr>
          <a:xfrm>
            <a:off x="838200" y="1516284"/>
            <a:ext cx="10515600" cy="466067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7703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hdr="0" ftr="0" dt="0"/>
  <p:txStyles>
    <p:titleStyle>
      <a:lvl1pPr algn="l" defTabSz="914400" rtl="0" eaLnBrk="1" latinLnBrk="0" hangingPunct="1">
        <a:lnSpc>
          <a:spcPct val="90000"/>
        </a:lnSpc>
        <a:spcBef>
          <a:spcPct val="0"/>
        </a:spcBef>
        <a:buNone/>
        <a:defRPr sz="3200" kern="1200">
          <a:solidFill>
            <a:schemeClr val="tx1"/>
          </a:solidFill>
          <a:latin typeface="RadikalW03-Regular" panose="01000000000000000000" pitchFamily="2" charset="0"/>
          <a:ea typeface="+mj-ea"/>
          <a:cs typeface="+mj-cs"/>
        </a:defRPr>
      </a:lvl1pPr>
    </p:titleStyle>
    <p:bodyStyle>
      <a:lvl1pPr marL="228600" indent="-228600" algn="l" defTabSz="914400" rtl="0" eaLnBrk="1" latinLnBrk="0" hangingPunct="1">
        <a:lnSpc>
          <a:spcPct val="110000"/>
        </a:lnSpc>
        <a:spcBef>
          <a:spcPts val="0"/>
        </a:spcBef>
        <a:spcAft>
          <a:spcPts val="1200"/>
        </a:spcAft>
        <a:buFont typeface="Wingdings" panose="05000000000000000000" pitchFamily="2" charset="2"/>
        <a:buChar char="§"/>
        <a:defRPr sz="2800" kern="1200">
          <a:solidFill>
            <a:schemeClr val="tx1"/>
          </a:solidFill>
          <a:latin typeface="RadikalW03-Regular" panose="01000000000000000000" pitchFamily="2" charset="0"/>
          <a:ea typeface="+mn-ea"/>
          <a:cs typeface="+mn-cs"/>
        </a:defRPr>
      </a:lvl1pPr>
      <a:lvl2pPr marL="685800" indent="-228600" algn="l" defTabSz="914400" rtl="0" eaLnBrk="1" latinLnBrk="0" hangingPunct="1">
        <a:lnSpc>
          <a:spcPct val="110000"/>
        </a:lnSpc>
        <a:spcBef>
          <a:spcPts val="0"/>
        </a:spcBef>
        <a:spcAft>
          <a:spcPts val="1200"/>
        </a:spcAft>
        <a:buFont typeface="Wingdings" panose="05000000000000000000" pitchFamily="2" charset="2"/>
        <a:buChar char="§"/>
        <a:defRPr sz="2400" kern="1200">
          <a:solidFill>
            <a:schemeClr val="tx1"/>
          </a:solidFill>
          <a:latin typeface="RadikalW03-Regular" panose="01000000000000000000" pitchFamily="2" charset="0"/>
          <a:ea typeface="+mn-ea"/>
          <a:cs typeface="+mn-cs"/>
        </a:defRPr>
      </a:lvl2pPr>
      <a:lvl3pPr marL="1143000" indent="-228600" algn="l" defTabSz="914400" rtl="0" eaLnBrk="1" latinLnBrk="0" hangingPunct="1">
        <a:lnSpc>
          <a:spcPct val="110000"/>
        </a:lnSpc>
        <a:spcBef>
          <a:spcPts val="0"/>
        </a:spcBef>
        <a:spcAft>
          <a:spcPts val="1200"/>
        </a:spcAft>
        <a:buFont typeface="Wingdings" panose="05000000000000000000" pitchFamily="2" charset="2"/>
        <a:buChar char="§"/>
        <a:defRPr sz="2000" kern="1200">
          <a:solidFill>
            <a:schemeClr val="tx1"/>
          </a:solidFill>
          <a:latin typeface="RadikalW03-Regular" panose="01000000000000000000" pitchFamily="2" charset="0"/>
          <a:ea typeface="+mn-ea"/>
          <a:cs typeface="+mn-cs"/>
        </a:defRPr>
      </a:lvl3pPr>
      <a:lvl4pPr marL="1600200" indent="-228600" algn="l" defTabSz="914400" rtl="0" eaLnBrk="1" latinLnBrk="0" hangingPunct="1">
        <a:lnSpc>
          <a:spcPct val="110000"/>
        </a:lnSpc>
        <a:spcBef>
          <a:spcPts val="0"/>
        </a:spcBef>
        <a:spcAft>
          <a:spcPts val="1200"/>
        </a:spcAft>
        <a:buFont typeface="Wingdings" panose="05000000000000000000" pitchFamily="2" charset="2"/>
        <a:buChar char="§"/>
        <a:defRPr sz="1800" kern="1200">
          <a:solidFill>
            <a:schemeClr val="tx1"/>
          </a:solidFill>
          <a:latin typeface="RadikalW03-Regular" panose="01000000000000000000" pitchFamily="2" charset="0"/>
          <a:ea typeface="+mn-ea"/>
          <a:cs typeface="+mn-cs"/>
        </a:defRPr>
      </a:lvl4pPr>
      <a:lvl5pPr marL="2057400" indent="-228600" algn="l" defTabSz="914400" rtl="0" eaLnBrk="1" latinLnBrk="0" hangingPunct="1">
        <a:lnSpc>
          <a:spcPct val="110000"/>
        </a:lnSpc>
        <a:spcBef>
          <a:spcPts val="0"/>
        </a:spcBef>
        <a:spcAft>
          <a:spcPts val="1200"/>
        </a:spcAft>
        <a:buFont typeface="Wingdings" panose="05000000000000000000" pitchFamily="2" charset="2"/>
        <a:buChar char="§"/>
        <a:defRPr sz="1800" kern="1200">
          <a:solidFill>
            <a:schemeClr val="tx1"/>
          </a:solidFill>
          <a:latin typeface="RadikalW03-Regular" panose="01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5.png"/><Relationship Id="rId6"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7.png"/><Relationship Id="rId6"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003B6F"/>
          </a:solidFill>
          <a:ln/>
        </p:spPr>
        <p:txBody>
          <a:bodyPr/>
          <a:lstStyle/>
          <a:p>
            <a:endParaRPr lang="en-US" sz="1867">
              <a:latin typeface="RadikalW03-Regular" panose="01000000000000000000" pitchFamily="2" charset="0"/>
            </a:endParaRPr>
          </a:p>
        </p:txBody>
      </p:sp>
      <p:sp>
        <p:nvSpPr>
          <p:cNvPr id="3" name="Text 1"/>
          <p:cNvSpPr/>
          <p:nvPr/>
        </p:nvSpPr>
        <p:spPr>
          <a:xfrm>
            <a:off x="853440" y="182880"/>
            <a:ext cx="9753600" cy="609600"/>
          </a:xfrm>
          <a:prstGeom prst="rect">
            <a:avLst/>
          </a:prstGeom>
          <a:noFill/>
          <a:ln/>
        </p:spPr>
        <p:txBody>
          <a:bodyPr wrap="square" lIns="0" tIns="0" rIns="0" bIns="0" rtlCol="0" anchor="ctr"/>
          <a:lstStyle/>
          <a:p>
            <a:r>
              <a:rPr lang="en-US" sz="3600" b="1">
                <a:solidFill>
                  <a:srgbClr val="FFFFFF"/>
                </a:solidFill>
                <a:latin typeface="RadikalW03-Regular" panose="01000000000000000000" pitchFamily="2" charset="0"/>
                <a:ea typeface="Trebuchet MS" pitchFamily="34" charset="-122"/>
                <a:cs typeface="Trebuchet MS" pitchFamily="34" charset="-120"/>
              </a:rPr>
              <a:t>LaunchPad</a:t>
            </a:r>
            <a:endParaRPr lang="en-US" sz="3600">
              <a:latin typeface="RadikalW03-Regular" panose="01000000000000000000" pitchFamily="2" charset="0"/>
            </a:endParaRPr>
          </a:p>
        </p:txBody>
      </p:sp>
      <p:sp>
        <p:nvSpPr>
          <p:cNvPr id="4" name="Text 2"/>
          <p:cNvSpPr/>
          <p:nvPr/>
        </p:nvSpPr>
        <p:spPr>
          <a:xfrm>
            <a:off x="853440" y="731520"/>
            <a:ext cx="9753600" cy="365760"/>
          </a:xfrm>
          <a:prstGeom prst="rect">
            <a:avLst/>
          </a:prstGeom>
          <a:noFill/>
          <a:ln/>
        </p:spPr>
        <p:txBody>
          <a:bodyPr wrap="square" lIns="0" tIns="0" rIns="0" bIns="0" rtlCol="0" anchor="ctr"/>
          <a:lstStyle/>
          <a:p>
            <a:r>
              <a:rPr lang="en-US" sz="1467">
                <a:solidFill>
                  <a:srgbClr val="8BB8E8"/>
                </a:solidFill>
                <a:latin typeface="RadikalW03-Regular" panose="01000000000000000000" pitchFamily="2" charset="0"/>
                <a:ea typeface="Calibri" pitchFamily="34" charset="-122"/>
                <a:cs typeface="Calibri" pitchFamily="34" charset="-120"/>
              </a:rPr>
              <a:t>The single-source for AI ideation and use-case management across your agency.</a:t>
            </a:r>
            <a:endParaRPr lang="en-US" sz="1467">
              <a:latin typeface="RadikalW03-Regular" panose="01000000000000000000" pitchFamily="2" charset="0"/>
            </a:endParaRPr>
          </a:p>
        </p:txBody>
      </p:sp>
      <p:sp>
        <p:nvSpPr>
          <p:cNvPr id="37" name="Text 33"/>
          <p:cNvSpPr/>
          <p:nvPr/>
        </p:nvSpPr>
        <p:spPr>
          <a:xfrm>
            <a:off x="853440" y="6400800"/>
            <a:ext cx="6096000" cy="365760"/>
          </a:xfrm>
          <a:prstGeom prst="rect">
            <a:avLst/>
          </a:prstGeom>
          <a:noFill/>
          <a:ln/>
        </p:spPr>
        <p:txBody>
          <a:bodyPr wrap="square" lIns="0" tIns="0" rIns="0" bIns="0" rtlCol="0" anchor="ctr"/>
          <a:lstStyle/>
          <a:p>
            <a:r>
              <a:rPr lang="en-US" sz="1067">
                <a:solidFill>
                  <a:srgbClr val="4A5568"/>
                </a:solidFill>
                <a:latin typeface="RadikalW03-Regular" panose="01000000000000000000" pitchFamily="2" charset="0"/>
                <a:ea typeface="Calibri" pitchFamily="34" charset="-122"/>
                <a:cs typeface="Calibri" pitchFamily="34" charset="-120"/>
              </a:rPr>
              <a:t>© 2026 Packaged Agile, LLC. Proprietary and Confidential.</a:t>
            </a:r>
            <a:endParaRPr lang="en-US" sz="1067">
              <a:latin typeface="RadikalW03-Regular" panose="01000000000000000000" pitchFamily="2" charset="0"/>
            </a:endParaRPr>
          </a:p>
        </p:txBody>
      </p:sp>
      <p:sp>
        <p:nvSpPr>
          <p:cNvPr id="32" name="Rectangle 31">
            <a:extLst>
              <a:ext uri="{FF2B5EF4-FFF2-40B4-BE49-F238E27FC236}">
                <a16:creationId xmlns:a16="http://schemas.microsoft.com/office/drawing/2014/main" id="{D3A8AAFA-0A9B-5DAF-E1CF-B074409F2DB4}"/>
              </a:ext>
              <a:ext uri="{C183D7F6-B498-43B3-948B-1728B52AA6E4}">
                <adec:decorative xmlns:adec="http://schemas.microsoft.com/office/drawing/2017/decorative" val="1"/>
              </a:ext>
            </a:extLst>
          </p:cNvPr>
          <p:cNvSpPr/>
          <p:nvPr/>
        </p:nvSpPr>
        <p:spPr>
          <a:xfrm>
            <a:off x="716280" y="2802619"/>
            <a:ext cx="274320" cy="769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Gibson" panose="02000000000000000000" pitchFamily="2" charset="77"/>
            </a:endParaRPr>
          </a:p>
        </p:txBody>
      </p:sp>
      <p:sp>
        <p:nvSpPr>
          <p:cNvPr id="34" name="Text Placeholder 49">
            <a:extLst>
              <a:ext uri="{FF2B5EF4-FFF2-40B4-BE49-F238E27FC236}">
                <a16:creationId xmlns:a16="http://schemas.microsoft.com/office/drawing/2014/main" id="{72AC9E16-93DC-E796-E340-366438CA398B}"/>
              </a:ext>
            </a:extLst>
          </p:cNvPr>
          <p:cNvSpPr txBox="1">
            <a:spLocks/>
          </p:cNvSpPr>
          <p:nvPr/>
        </p:nvSpPr>
        <p:spPr>
          <a:xfrm>
            <a:off x="469678" y="3113301"/>
            <a:ext cx="6295188" cy="2239090"/>
          </a:xfrm>
          <a:prstGeom prst="rect">
            <a:avLst/>
          </a:prstGeom>
        </p:spPr>
        <p:txBody>
          <a:bodyPr wrap="square" lIns="54864" tIns="54864" rIns="54864" bIns="54864">
            <a:noAutofit/>
          </a:bodyPr>
          <a:lstStyle>
            <a:lvl1pPr marL="0" marR="0" indent="0" algn="l" defTabSz="914377" rtl="0" eaLnBrk="1" fontAlgn="auto" latinLnBrk="0" hangingPunct="1">
              <a:lnSpc>
                <a:spcPct val="100000"/>
              </a:lnSpc>
              <a:spcBef>
                <a:spcPts val="0"/>
              </a:spcBef>
              <a:spcAft>
                <a:spcPts val="300"/>
              </a:spcAft>
              <a:buClr>
                <a:schemeClr val="accent1"/>
              </a:buClr>
              <a:buSzPct val="125000"/>
              <a:buFont typeface="Arial" panose="020B0604020202020204" pitchFamily="34" charset="0"/>
              <a:buNone/>
              <a:tabLst>
                <a:tab pos="223838" algn="l"/>
              </a:tabLst>
              <a:defRPr sz="1200" kern="1200" baseline="0">
                <a:solidFill>
                  <a:schemeClr val="tx1"/>
                </a:solidFill>
                <a:latin typeface="RadikalW03-Regular" panose="01000000000000000000" pitchFamily="2" charset="0"/>
                <a:ea typeface="+mn-ea"/>
                <a:cs typeface="+mn-cs"/>
              </a:defRPr>
            </a:lvl1pPr>
            <a:lvl2pPr marL="685800" indent="-228600" algn="l" defTabSz="914400" rtl="0" eaLnBrk="1" latinLnBrk="0" hangingPunct="1">
              <a:lnSpc>
                <a:spcPct val="110000"/>
              </a:lnSpc>
              <a:spcBef>
                <a:spcPts val="0"/>
              </a:spcBef>
              <a:spcAft>
                <a:spcPts val="1200"/>
              </a:spcAft>
              <a:buFont typeface="Wingdings" panose="05000000000000000000" pitchFamily="2" charset="2"/>
              <a:buChar char="§"/>
              <a:defRPr sz="2400" kern="1200">
                <a:solidFill>
                  <a:schemeClr val="tx1"/>
                </a:solidFill>
                <a:latin typeface="RadikalW03-Regular" panose="01000000000000000000" pitchFamily="2" charset="0"/>
                <a:ea typeface="+mn-ea"/>
                <a:cs typeface="+mn-cs"/>
              </a:defRPr>
            </a:lvl2pPr>
            <a:lvl3pPr marL="1143000" indent="-228600" algn="l" defTabSz="914400" rtl="0" eaLnBrk="1" latinLnBrk="0" hangingPunct="1">
              <a:lnSpc>
                <a:spcPct val="110000"/>
              </a:lnSpc>
              <a:spcBef>
                <a:spcPts val="0"/>
              </a:spcBef>
              <a:spcAft>
                <a:spcPts val="1200"/>
              </a:spcAft>
              <a:buFont typeface="Wingdings" panose="05000000000000000000" pitchFamily="2" charset="2"/>
              <a:buChar char="§"/>
              <a:defRPr sz="2000" kern="1200">
                <a:solidFill>
                  <a:schemeClr val="tx1"/>
                </a:solidFill>
                <a:latin typeface="RadikalW03-Regular" panose="01000000000000000000" pitchFamily="2" charset="0"/>
                <a:ea typeface="+mn-ea"/>
                <a:cs typeface="+mn-cs"/>
              </a:defRPr>
            </a:lvl3pPr>
            <a:lvl4pPr marL="1600200" indent="-228600" algn="l" defTabSz="914400" rtl="0" eaLnBrk="1" latinLnBrk="0" hangingPunct="1">
              <a:lnSpc>
                <a:spcPct val="110000"/>
              </a:lnSpc>
              <a:spcBef>
                <a:spcPts val="0"/>
              </a:spcBef>
              <a:spcAft>
                <a:spcPts val="1200"/>
              </a:spcAft>
              <a:buFont typeface="Wingdings" panose="05000000000000000000" pitchFamily="2" charset="2"/>
              <a:buChar char="§"/>
              <a:defRPr sz="1800" kern="1200">
                <a:solidFill>
                  <a:schemeClr val="tx1"/>
                </a:solidFill>
                <a:latin typeface="RadikalW03-Regular" panose="01000000000000000000" pitchFamily="2" charset="0"/>
                <a:ea typeface="+mn-ea"/>
                <a:cs typeface="+mn-cs"/>
              </a:defRPr>
            </a:lvl4pPr>
            <a:lvl5pPr marL="2057400" indent="-228600" algn="l" defTabSz="914400" rtl="0" eaLnBrk="1" latinLnBrk="0" hangingPunct="1">
              <a:lnSpc>
                <a:spcPct val="110000"/>
              </a:lnSpc>
              <a:spcBef>
                <a:spcPts val="0"/>
              </a:spcBef>
              <a:spcAft>
                <a:spcPts val="1200"/>
              </a:spcAft>
              <a:buFont typeface="Wingdings" panose="05000000000000000000" pitchFamily="2" charset="2"/>
              <a:buChar char="§"/>
              <a:defRPr sz="1800" kern="1200">
                <a:solidFill>
                  <a:schemeClr val="tx1"/>
                </a:solidFill>
                <a:latin typeface="RadikalW03-Regular" panose="01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457154">
              <a:spcAft>
                <a:spcPts val="1000"/>
              </a:spcAft>
            </a:pPr>
            <a:r>
              <a:rPr lang="en-US" b="1" spc="200" dirty="0">
                <a:solidFill>
                  <a:srgbClr val="00A5E0"/>
                </a:solidFill>
                <a:sym typeface="Helvetica Light"/>
              </a:rPr>
              <a:t>Key Capabilities:</a:t>
            </a:r>
          </a:p>
          <a:p>
            <a:pPr marL="182880" indent="-182880">
              <a:spcAft>
                <a:spcPts val="600"/>
              </a:spcAft>
              <a:buFont typeface="Arial"/>
              <a:buChar char="•"/>
            </a:pPr>
            <a:r>
              <a:rPr lang="en-US" sz="1150" kern="900" spc="20" dirty="0"/>
              <a:t>Guided AI-assisted workflow that transforms rough AI ideas into refined use cases that capture audience, business problem, value, and alignment to strategic objectives</a:t>
            </a:r>
          </a:p>
          <a:p>
            <a:pPr marL="182880" indent="-182880">
              <a:spcAft>
                <a:spcPts val="600"/>
              </a:spcAft>
              <a:buFont typeface="Arial"/>
              <a:buChar char="•"/>
            </a:pPr>
            <a:r>
              <a:rPr lang="en-US" sz="1150" kern="900" spc="20" dirty="0"/>
              <a:t>AI Copilot challenges and refines each idea in real-time, identifying gaps before leadership ever sees it.</a:t>
            </a:r>
          </a:p>
          <a:p>
            <a:pPr marL="182880" indent="-182880">
              <a:spcAft>
                <a:spcPts val="600"/>
              </a:spcAft>
              <a:buFont typeface="Arial"/>
              <a:buChar char="•"/>
            </a:pPr>
            <a:r>
              <a:rPr lang="en-US" sz="1150" kern="900" spc="20" dirty="0"/>
              <a:t>Configurable templates and smart fields (dropdowns, multi‑select chips, model card inputs) to meet </a:t>
            </a:r>
            <a:r>
              <a:rPr lang="en-US" sz="1150" kern="900" spc="20" dirty="0" err="1"/>
              <a:t>DoC</a:t>
            </a:r>
            <a:r>
              <a:rPr lang="en-US" sz="1150" kern="900" spc="20" dirty="0"/>
              <a:t>/OMB and governance requirements.</a:t>
            </a:r>
          </a:p>
          <a:p>
            <a:pPr marL="182880" indent="-182880">
              <a:spcAft>
                <a:spcPts val="600"/>
              </a:spcAft>
              <a:buFont typeface="Arial"/>
              <a:buChar char="•"/>
            </a:pPr>
            <a:r>
              <a:rPr lang="en-US" sz="1150" kern="900" spc="20" dirty="0"/>
              <a:t>Routing capabilities to support review by E&amp;I, CAIO, and OGL as needed.</a:t>
            </a:r>
          </a:p>
          <a:p>
            <a:pPr marL="182880" indent="-182880">
              <a:spcAft>
                <a:spcPts val="600"/>
              </a:spcAft>
              <a:buFont typeface="Arial"/>
              <a:buChar char="•"/>
            </a:pPr>
            <a:r>
              <a:rPr lang="en-US" sz="1150" kern="900" spc="20" dirty="0"/>
              <a:t>Draft‑save and revision workflows for collaboration and iterative improvement before final submission.</a:t>
            </a:r>
          </a:p>
          <a:p>
            <a:pPr marL="182880" indent="-182880">
              <a:spcAft>
                <a:spcPts val="600"/>
              </a:spcAft>
              <a:buFont typeface="Arial"/>
              <a:buChar char="•"/>
            </a:pPr>
            <a:r>
              <a:rPr lang="en-US" sz="1150" kern="900" spc="20" dirty="0"/>
              <a:t>Dashboard with live tracking: submitted, under review, approved, or deployed.</a:t>
            </a:r>
          </a:p>
          <a:p>
            <a:pPr marL="182880" indent="-182880">
              <a:spcAft>
                <a:spcPts val="600"/>
              </a:spcAft>
              <a:buFont typeface="Arial"/>
              <a:buChar char="•"/>
            </a:pPr>
            <a:r>
              <a:rPr lang="en-US" sz="1150" kern="900" spc="20" dirty="0"/>
              <a:t>Exports to Rally (GovCloud) as Epics/Features and branded PDF business cases for executive review.</a:t>
            </a:r>
            <a:endParaRPr lang="en-US" sz="1150" dirty="0"/>
          </a:p>
        </p:txBody>
      </p:sp>
      <p:sp>
        <p:nvSpPr>
          <p:cNvPr id="35" name="Text Placeholder 3">
            <a:extLst>
              <a:ext uri="{FF2B5EF4-FFF2-40B4-BE49-F238E27FC236}">
                <a16:creationId xmlns:a16="http://schemas.microsoft.com/office/drawing/2014/main" id="{286730B7-60D5-BF41-1619-0C3B8667D4DB}"/>
              </a:ext>
            </a:extLst>
          </p:cNvPr>
          <p:cNvSpPr txBox="1">
            <a:spLocks/>
          </p:cNvSpPr>
          <p:nvPr/>
        </p:nvSpPr>
        <p:spPr>
          <a:xfrm>
            <a:off x="469677" y="1394725"/>
            <a:ext cx="6295189" cy="1174133"/>
          </a:xfrm>
          <a:prstGeom prst="rect">
            <a:avLst/>
          </a:prstGeom>
        </p:spPr>
        <p:txBody>
          <a:bodyPr/>
          <a:lstStyle>
            <a:lvl1pPr marL="228600" indent="-228600" algn="l" defTabSz="914400" rtl="0" eaLnBrk="1" latinLnBrk="0" hangingPunct="1">
              <a:lnSpc>
                <a:spcPct val="110000"/>
              </a:lnSpc>
              <a:spcBef>
                <a:spcPts val="0"/>
              </a:spcBef>
              <a:spcAft>
                <a:spcPts val="1200"/>
              </a:spcAft>
              <a:buFont typeface="Wingdings" panose="05000000000000000000" pitchFamily="2" charset="2"/>
              <a:buChar char="§"/>
              <a:defRPr sz="2800" kern="1200">
                <a:solidFill>
                  <a:schemeClr val="tx1"/>
                </a:solidFill>
                <a:latin typeface="RadikalW03-Regular" panose="01000000000000000000" pitchFamily="2" charset="0"/>
                <a:ea typeface="+mn-ea"/>
                <a:cs typeface="+mn-cs"/>
              </a:defRPr>
            </a:lvl1pPr>
            <a:lvl2pPr marL="685800" indent="-228600" algn="l" defTabSz="914400" rtl="0" eaLnBrk="1" latinLnBrk="0" hangingPunct="1">
              <a:lnSpc>
                <a:spcPct val="110000"/>
              </a:lnSpc>
              <a:spcBef>
                <a:spcPts val="0"/>
              </a:spcBef>
              <a:spcAft>
                <a:spcPts val="1200"/>
              </a:spcAft>
              <a:buFont typeface="Wingdings" panose="05000000000000000000" pitchFamily="2" charset="2"/>
              <a:buChar char="§"/>
              <a:defRPr sz="2400" kern="1200">
                <a:solidFill>
                  <a:schemeClr val="tx1"/>
                </a:solidFill>
                <a:latin typeface="RadikalW03-Regular" panose="01000000000000000000" pitchFamily="2" charset="0"/>
                <a:ea typeface="+mn-ea"/>
                <a:cs typeface="+mn-cs"/>
              </a:defRPr>
            </a:lvl2pPr>
            <a:lvl3pPr marL="1143000" indent="-228600" algn="l" defTabSz="914400" rtl="0" eaLnBrk="1" latinLnBrk="0" hangingPunct="1">
              <a:lnSpc>
                <a:spcPct val="110000"/>
              </a:lnSpc>
              <a:spcBef>
                <a:spcPts val="0"/>
              </a:spcBef>
              <a:spcAft>
                <a:spcPts val="1200"/>
              </a:spcAft>
              <a:buFont typeface="Wingdings" panose="05000000000000000000" pitchFamily="2" charset="2"/>
              <a:buChar char="§"/>
              <a:defRPr sz="2000" kern="1200">
                <a:solidFill>
                  <a:schemeClr val="tx1"/>
                </a:solidFill>
                <a:latin typeface="RadikalW03-Regular" panose="01000000000000000000" pitchFamily="2" charset="0"/>
                <a:ea typeface="+mn-ea"/>
                <a:cs typeface="+mn-cs"/>
              </a:defRPr>
            </a:lvl3pPr>
            <a:lvl4pPr marL="1600200" indent="-228600" algn="l" defTabSz="914400" rtl="0" eaLnBrk="1" latinLnBrk="0" hangingPunct="1">
              <a:lnSpc>
                <a:spcPct val="110000"/>
              </a:lnSpc>
              <a:spcBef>
                <a:spcPts val="0"/>
              </a:spcBef>
              <a:spcAft>
                <a:spcPts val="1200"/>
              </a:spcAft>
              <a:buFont typeface="Wingdings" panose="05000000000000000000" pitchFamily="2" charset="2"/>
              <a:buChar char="§"/>
              <a:defRPr sz="1800" kern="1200">
                <a:solidFill>
                  <a:schemeClr val="tx1"/>
                </a:solidFill>
                <a:latin typeface="RadikalW03-Regular" panose="01000000000000000000" pitchFamily="2" charset="0"/>
                <a:ea typeface="+mn-ea"/>
                <a:cs typeface="+mn-cs"/>
              </a:defRPr>
            </a:lvl4pPr>
            <a:lvl5pPr marL="2057400" indent="-228600" algn="l" defTabSz="914400" rtl="0" eaLnBrk="1" latinLnBrk="0" hangingPunct="1">
              <a:lnSpc>
                <a:spcPct val="110000"/>
              </a:lnSpc>
              <a:spcBef>
                <a:spcPts val="0"/>
              </a:spcBef>
              <a:spcAft>
                <a:spcPts val="1200"/>
              </a:spcAft>
              <a:buFont typeface="Wingdings" panose="05000000000000000000" pitchFamily="2" charset="2"/>
              <a:buChar char="§"/>
              <a:defRPr sz="1800" kern="1200">
                <a:solidFill>
                  <a:schemeClr val="tx1"/>
                </a:solidFill>
                <a:latin typeface="RadikalW03-Regular" panose="01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5000"/>
              </a:lnSpc>
              <a:buNone/>
            </a:pPr>
            <a:r>
              <a:rPr lang="en-US" sz="1150" dirty="0"/>
              <a:t>LaunchPad provides Agency leadership with a single, flexible platform to capture raw AI ideas from across the agency and refine them into decision-ready use cases. Users are guided through an AI-assisted workflow: they first identify business problems and then refine their ideas with an AI Copilot before submission. Once submitted, Launchpad provides Agency leadership with AI use cases that are ready for executive review.</a:t>
            </a:r>
          </a:p>
        </p:txBody>
      </p:sp>
      <p:pic>
        <p:nvPicPr>
          <p:cNvPr id="38" name="Picture 37" descr="slide1.png"/>
          <p:cNvPicPr>
            <a:picLocks noChangeAspect="1"/>
          </p:cNvPicPr>
          <p:nvPr/>
        </p:nvPicPr>
        <p:blipFill>
          <a:blip r:embed="rId4"/>
          <a:stretch>
            <a:fillRect/>
          </a:stretch>
        </p:blipFill>
        <p:spPr>
          <a:xfrm>
            <a:off x="7177409" y="2507049"/>
            <a:ext cx="4641637" cy="239931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E7E35-8E56-73C0-1D46-61489ECB00A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ED0DE6F-0BAA-42DC-E8DA-D6AB7EEAC481}"/>
              </a:ext>
            </a:extLst>
          </p:cNvPr>
          <p:cNvSpPr/>
          <p:nvPr/>
        </p:nvSpPr>
        <p:spPr>
          <a:xfrm>
            <a:off x="0" y="0"/>
            <a:ext cx="12192000" cy="1219200"/>
          </a:xfrm>
          <a:prstGeom prst="rect">
            <a:avLst/>
          </a:prstGeom>
          <a:solidFill>
            <a:srgbClr val="003B6F"/>
          </a:solidFill>
          <a:ln/>
        </p:spPr>
        <p:txBody>
          <a:bodyPr/>
          <a:lstStyle/>
          <a:p>
            <a:endParaRPr lang="en-US" sz="1867">
              <a:latin typeface="RadikalW03-Regular" panose="01000000000000000000" pitchFamily="2" charset="0"/>
            </a:endParaRPr>
          </a:p>
        </p:txBody>
      </p:sp>
      <p:sp>
        <p:nvSpPr>
          <p:cNvPr id="3" name="Text 1">
            <a:extLst>
              <a:ext uri="{FF2B5EF4-FFF2-40B4-BE49-F238E27FC236}">
                <a16:creationId xmlns:a16="http://schemas.microsoft.com/office/drawing/2014/main" id="{DDA24D5C-8A6E-37EC-1420-AE60EC5FA770}"/>
              </a:ext>
            </a:extLst>
          </p:cNvPr>
          <p:cNvSpPr/>
          <p:nvPr/>
        </p:nvSpPr>
        <p:spPr>
          <a:xfrm>
            <a:off x="853440" y="182880"/>
            <a:ext cx="9753600" cy="609600"/>
          </a:xfrm>
          <a:prstGeom prst="rect">
            <a:avLst/>
          </a:prstGeom>
          <a:noFill/>
          <a:ln/>
        </p:spPr>
        <p:txBody>
          <a:bodyPr wrap="square" lIns="0" tIns="0" rIns="0" bIns="0" rtlCol="0" anchor="ctr"/>
          <a:lstStyle/>
          <a:p>
            <a:r>
              <a:rPr lang="en-US" sz="3467" b="1">
                <a:solidFill>
                  <a:srgbClr val="FFFFFF"/>
                </a:solidFill>
                <a:latin typeface="RadikalW03-Regular" panose="01000000000000000000" pitchFamily="2" charset="0"/>
                <a:ea typeface="Trebuchet MS" pitchFamily="34" charset="-122"/>
                <a:cs typeface="Trebuchet MS" pitchFamily="34" charset="-120"/>
              </a:rPr>
              <a:t>Guided Submission Workflow</a:t>
            </a:r>
            <a:endParaRPr lang="en-US" sz="3467">
              <a:latin typeface="RadikalW03-Regular" panose="01000000000000000000" pitchFamily="2" charset="0"/>
            </a:endParaRPr>
          </a:p>
        </p:txBody>
      </p:sp>
      <p:sp>
        <p:nvSpPr>
          <p:cNvPr id="4" name="Text 2">
            <a:extLst>
              <a:ext uri="{FF2B5EF4-FFF2-40B4-BE49-F238E27FC236}">
                <a16:creationId xmlns:a16="http://schemas.microsoft.com/office/drawing/2014/main" id="{6ED44BDE-8F39-4EC9-0B49-50DA615C5A3D}"/>
              </a:ext>
            </a:extLst>
          </p:cNvPr>
          <p:cNvSpPr/>
          <p:nvPr/>
        </p:nvSpPr>
        <p:spPr>
          <a:xfrm>
            <a:off x="853440" y="731520"/>
            <a:ext cx="9753600" cy="365760"/>
          </a:xfrm>
          <a:prstGeom prst="rect">
            <a:avLst/>
          </a:prstGeom>
          <a:noFill/>
          <a:ln/>
        </p:spPr>
        <p:txBody>
          <a:bodyPr wrap="square" lIns="0" tIns="0" rIns="0" bIns="0" rtlCol="0" anchor="ctr"/>
          <a:lstStyle/>
          <a:p>
            <a:r>
              <a:rPr lang="en-US" sz="1467">
                <a:solidFill>
                  <a:srgbClr val="8BB8E8"/>
                </a:solidFill>
                <a:latin typeface="RadikalW03-Regular" panose="01000000000000000000" pitchFamily="2" charset="0"/>
                <a:ea typeface="Calibri" pitchFamily="34" charset="-122"/>
                <a:cs typeface="Calibri" pitchFamily="34" charset="-120"/>
              </a:rPr>
              <a:t>Guided multi-step workflow vets raw ideas into decision-ready use cases with no training required</a:t>
            </a:r>
            <a:endParaRPr lang="en-US" sz="1467">
              <a:latin typeface="RadikalW03-Regular" panose="01000000000000000000" pitchFamily="2" charset="0"/>
            </a:endParaRPr>
          </a:p>
        </p:txBody>
      </p:sp>
      <p:sp>
        <p:nvSpPr>
          <p:cNvPr id="5" name="Text 3">
            <a:extLst>
              <a:ext uri="{FF2B5EF4-FFF2-40B4-BE49-F238E27FC236}">
                <a16:creationId xmlns:a16="http://schemas.microsoft.com/office/drawing/2014/main" id="{83E14D48-CD31-50DF-89E6-2B646877DFE2}"/>
              </a:ext>
            </a:extLst>
          </p:cNvPr>
          <p:cNvSpPr/>
          <p:nvPr/>
        </p:nvSpPr>
        <p:spPr>
          <a:xfrm>
            <a:off x="853440" y="1383792"/>
            <a:ext cx="5242560" cy="487680"/>
          </a:xfrm>
          <a:prstGeom prst="rect">
            <a:avLst/>
          </a:prstGeom>
          <a:noFill/>
          <a:ln/>
        </p:spPr>
        <p:txBody>
          <a:bodyPr wrap="square" lIns="0" tIns="0" rIns="0" bIns="0" rtlCol="0" anchor="ctr"/>
          <a:lstStyle/>
          <a:p>
            <a:r>
              <a:rPr lang="en-US" sz="2267" b="1">
                <a:solidFill>
                  <a:srgbClr val="1A1A2E"/>
                </a:solidFill>
                <a:latin typeface="RadikalW03-Regular" panose="01000000000000000000" pitchFamily="2" charset="0"/>
                <a:ea typeface="Trebuchet MS" pitchFamily="34" charset="-122"/>
                <a:cs typeface="Trebuchet MS" pitchFamily="34" charset="-120"/>
              </a:rPr>
              <a:t>From Rough Idea to Business Case</a:t>
            </a:r>
            <a:endParaRPr lang="en-US" sz="2267">
              <a:latin typeface="RadikalW03-Regular" panose="01000000000000000000" pitchFamily="2" charset="0"/>
            </a:endParaRPr>
          </a:p>
        </p:txBody>
      </p:sp>
      <p:sp>
        <p:nvSpPr>
          <p:cNvPr id="6" name="Text 4">
            <a:extLst>
              <a:ext uri="{FF2B5EF4-FFF2-40B4-BE49-F238E27FC236}">
                <a16:creationId xmlns:a16="http://schemas.microsoft.com/office/drawing/2014/main" id="{92F0D7A7-DA07-CE33-C268-9093642AAC6A}"/>
              </a:ext>
            </a:extLst>
          </p:cNvPr>
          <p:cNvSpPr/>
          <p:nvPr/>
        </p:nvSpPr>
        <p:spPr>
          <a:xfrm>
            <a:off x="853440" y="1999488"/>
            <a:ext cx="5242560" cy="1097280"/>
          </a:xfrm>
          <a:prstGeom prst="rect">
            <a:avLst/>
          </a:prstGeom>
          <a:noFill/>
          <a:ln/>
        </p:spPr>
        <p:txBody>
          <a:bodyPr wrap="square" lIns="0" tIns="0" rIns="0" bIns="0" rtlCol="0" anchor="ctr"/>
          <a:lstStyle/>
          <a:p>
            <a:pPr>
              <a:lnSpc>
                <a:spcPct val="140000"/>
              </a:lnSpc>
            </a:pPr>
            <a:r>
              <a:rPr lang="en-US" sz="1467">
                <a:solidFill>
                  <a:srgbClr val="4A5568"/>
                </a:solidFill>
                <a:latin typeface="RadikalW03-Regular" panose="01000000000000000000" pitchFamily="2" charset="0"/>
                <a:ea typeface="Calibri" pitchFamily="34" charset="-122"/>
                <a:cs typeface="Calibri" pitchFamily="34" charset="-120"/>
              </a:rPr>
              <a:t>LaunchPad walks every submitter through a structured, plain-language workflow that pressure tests their AI idea. Each step forces clarity on a specific dimension: audience, problem, solution, value, alignment, feasibility, and success metrics.</a:t>
            </a:r>
            <a:endParaRPr lang="en-US" sz="1467">
              <a:latin typeface="RadikalW03-Regular" panose="01000000000000000000" pitchFamily="2" charset="0"/>
            </a:endParaRPr>
          </a:p>
        </p:txBody>
      </p:sp>
      <p:sp>
        <p:nvSpPr>
          <p:cNvPr id="7" name="Shape 5">
            <a:extLst>
              <a:ext uri="{FF2B5EF4-FFF2-40B4-BE49-F238E27FC236}">
                <a16:creationId xmlns:a16="http://schemas.microsoft.com/office/drawing/2014/main" id="{299BC715-508F-14D7-B7AE-0AFB4A005C76}"/>
              </a:ext>
            </a:extLst>
          </p:cNvPr>
          <p:cNvSpPr/>
          <p:nvPr/>
        </p:nvSpPr>
        <p:spPr>
          <a:xfrm>
            <a:off x="853440" y="3474720"/>
            <a:ext cx="670560" cy="414528"/>
          </a:xfrm>
          <a:prstGeom prst="rect">
            <a:avLst/>
          </a:prstGeom>
          <a:solidFill>
            <a:srgbClr val="0073CF"/>
          </a:solidFill>
          <a:ln/>
        </p:spPr>
        <p:txBody>
          <a:bodyPr/>
          <a:lstStyle/>
          <a:p>
            <a:endParaRPr lang="en-US" sz="1867">
              <a:latin typeface="RadikalW03-Regular" panose="01000000000000000000" pitchFamily="2" charset="0"/>
            </a:endParaRPr>
          </a:p>
        </p:txBody>
      </p:sp>
      <p:sp>
        <p:nvSpPr>
          <p:cNvPr id="8" name="Text 6">
            <a:extLst>
              <a:ext uri="{FF2B5EF4-FFF2-40B4-BE49-F238E27FC236}">
                <a16:creationId xmlns:a16="http://schemas.microsoft.com/office/drawing/2014/main" id="{A97B83D8-3364-2B03-152D-DB2F6A96B756}"/>
              </a:ext>
            </a:extLst>
          </p:cNvPr>
          <p:cNvSpPr/>
          <p:nvPr/>
        </p:nvSpPr>
        <p:spPr>
          <a:xfrm>
            <a:off x="853440" y="3474720"/>
            <a:ext cx="670560" cy="414528"/>
          </a:xfrm>
          <a:prstGeom prst="rect">
            <a:avLst/>
          </a:prstGeom>
          <a:noFill/>
          <a:ln/>
        </p:spPr>
        <p:txBody>
          <a:bodyPr wrap="square" lIns="0" tIns="0" rIns="0" bIns="0" rtlCol="0" anchor="ctr"/>
          <a:lstStyle/>
          <a:p>
            <a:pPr algn="ctr"/>
            <a:r>
              <a:rPr lang="en-US" sz="1333" b="1">
                <a:solidFill>
                  <a:srgbClr val="FFFFFF"/>
                </a:solidFill>
                <a:latin typeface="RadikalW03-Regular" panose="01000000000000000000" pitchFamily="2" charset="0"/>
                <a:ea typeface="Calibri" pitchFamily="34" charset="-122"/>
                <a:cs typeface="Calibri" pitchFamily="34" charset="-120"/>
              </a:rPr>
              <a:t>1–2</a:t>
            </a:r>
            <a:endParaRPr lang="en-US" sz="1333">
              <a:latin typeface="RadikalW03-Regular" panose="01000000000000000000" pitchFamily="2" charset="0"/>
            </a:endParaRPr>
          </a:p>
        </p:txBody>
      </p:sp>
      <p:sp>
        <p:nvSpPr>
          <p:cNvPr id="9" name="Shape 7">
            <a:extLst>
              <a:ext uri="{FF2B5EF4-FFF2-40B4-BE49-F238E27FC236}">
                <a16:creationId xmlns:a16="http://schemas.microsoft.com/office/drawing/2014/main" id="{3E49F37F-58A2-1B80-6F88-D6E3AD0C381D}"/>
              </a:ext>
            </a:extLst>
          </p:cNvPr>
          <p:cNvSpPr/>
          <p:nvPr/>
        </p:nvSpPr>
        <p:spPr>
          <a:xfrm>
            <a:off x="1524000" y="3474720"/>
            <a:ext cx="4572000" cy="414528"/>
          </a:xfrm>
          <a:prstGeom prst="rect">
            <a:avLst/>
          </a:prstGeom>
          <a:solidFill>
            <a:srgbClr val="F7F8FA"/>
          </a:solidFill>
          <a:ln/>
        </p:spPr>
        <p:txBody>
          <a:bodyPr/>
          <a:lstStyle/>
          <a:p>
            <a:endParaRPr lang="en-US" sz="1867">
              <a:latin typeface="RadikalW03-Regular" panose="01000000000000000000" pitchFamily="2" charset="0"/>
            </a:endParaRPr>
          </a:p>
        </p:txBody>
      </p:sp>
      <p:sp>
        <p:nvSpPr>
          <p:cNvPr id="10" name="Text 8">
            <a:extLst>
              <a:ext uri="{FF2B5EF4-FFF2-40B4-BE49-F238E27FC236}">
                <a16:creationId xmlns:a16="http://schemas.microsoft.com/office/drawing/2014/main" id="{57232736-98B6-BFB3-8ADA-89A2BD612760}"/>
              </a:ext>
            </a:extLst>
          </p:cNvPr>
          <p:cNvSpPr/>
          <p:nvPr/>
        </p:nvSpPr>
        <p:spPr>
          <a:xfrm>
            <a:off x="1767840" y="3474720"/>
            <a:ext cx="4328160" cy="414528"/>
          </a:xfrm>
          <a:prstGeom prst="rect">
            <a:avLst/>
          </a:prstGeom>
          <a:noFill/>
          <a:ln/>
        </p:spPr>
        <p:txBody>
          <a:bodyPr wrap="square" lIns="0" tIns="0" rIns="0" bIns="0" rtlCol="0" anchor="ctr"/>
          <a:lstStyle/>
          <a:p>
            <a:r>
              <a:rPr lang="en-US" sz="1333">
                <a:solidFill>
                  <a:srgbClr val="1A1A2E"/>
                </a:solidFill>
                <a:latin typeface="RadikalW03-Regular" panose="01000000000000000000" pitchFamily="2" charset="0"/>
                <a:ea typeface="Calibri" pitchFamily="34" charset="-122"/>
                <a:cs typeface="Calibri" pitchFamily="34" charset="-120"/>
              </a:rPr>
              <a:t>Submitter Info &amp; Overview</a:t>
            </a:r>
            <a:endParaRPr lang="en-US" sz="1333">
              <a:latin typeface="RadikalW03-Regular" panose="01000000000000000000" pitchFamily="2" charset="0"/>
            </a:endParaRPr>
          </a:p>
        </p:txBody>
      </p:sp>
      <p:sp>
        <p:nvSpPr>
          <p:cNvPr id="11" name="Shape 9">
            <a:extLst>
              <a:ext uri="{FF2B5EF4-FFF2-40B4-BE49-F238E27FC236}">
                <a16:creationId xmlns:a16="http://schemas.microsoft.com/office/drawing/2014/main" id="{EECBC465-8DAE-919E-EEBF-8E5372798C9D}"/>
              </a:ext>
            </a:extLst>
          </p:cNvPr>
          <p:cNvSpPr/>
          <p:nvPr/>
        </p:nvSpPr>
        <p:spPr>
          <a:xfrm>
            <a:off x="853440" y="3950208"/>
            <a:ext cx="670560" cy="414528"/>
          </a:xfrm>
          <a:prstGeom prst="rect">
            <a:avLst/>
          </a:prstGeom>
          <a:solidFill>
            <a:srgbClr val="0073CF"/>
          </a:solidFill>
          <a:ln/>
        </p:spPr>
        <p:txBody>
          <a:bodyPr/>
          <a:lstStyle/>
          <a:p>
            <a:endParaRPr lang="en-US" sz="1867">
              <a:latin typeface="RadikalW03-Regular" panose="01000000000000000000" pitchFamily="2" charset="0"/>
            </a:endParaRPr>
          </a:p>
        </p:txBody>
      </p:sp>
      <p:sp>
        <p:nvSpPr>
          <p:cNvPr id="12" name="Text 10">
            <a:extLst>
              <a:ext uri="{FF2B5EF4-FFF2-40B4-BE49-F238E27FC236}">
                <a16:creationId xmlns:a16="http://schemas.microsoft.com/office/drawing/2014/main" id="{B8E17FB0-93B6-4621-B81D-94DD14391563}"/>
              </a:ext>
            </a:extLst>
          </p:cNvPr>
          <p:cNvSpPr/>
          <p:nvPr/>
        </p:nvSpPr>
        <p:spPr>
          <a:xfrm>
            <a:off x="853440" y="3950208"/>
            <a:ext cx="670560" cy="414528"/>
          </a:xfrm>
          <a:prstGeom prst="rect">
            <a:avLst/>
          </a:prstGeom>
          <a:noFill/>
          <a:ln/>
        </p:spPr>
        <p:txBody>
          <a:bodyPr wrap="square" lIns="0" tIns="0" rIns="0" bIns="0" rtlCol="0" anchor="ctr"/>
          <a:lstStyle/>
          <a:p>
            <a:pPr algn="ctr"/>
            <a:r>
              <a:rPr lang="en-US" sz="1333" b="1">
                <a:solidFill>
                  <a:srgbClr val="FFFFFF"/>
                </a:solidFill>
                <a:latin typeface="RadikalW03-Regular" panose="01000000000000000000" pitchFamily="2" charset="0"/>
                <a:ea typeface="Calibri" pitchFamily="34" charset="-122"/>
                <a:cs typeface="Calibri" pitchFamily="34" charset="-120"/>
              </a:rPr>
              <a:t>3–4</a:t>
            </a:r>
            <a:endParaRPr lang="en-US" sz="1333">
              <a:latin typeface="RadikalW03-Regular" panose="01000000000000000000" pitchFamily="2" charset="0"/>
            </a:endParaRPr>
          </a:p>
        </p:txBody>
      </p:sp>
      <p:sp>
        <p:nvSpPr>
          <p:cNvPr id="13" name="Shape 11">
            <a:extLst>
              <a:ext uri="{FF2B5EF4-FFF2-40B4-BE49-F238E27FC236}">
                <a16:creationId xmlns:a16="http://schemas.microsoft.com/office/drawing/2014/main" id="{EAF09723-2B21-62F7-A5F6-140A397DBA2E}"/>
              </a:ext>
            </a:extLst>
          </p:cNvPr>
          <p:cNvSpPr/>
          <p:nvPr/>
        </p:nvSpPr>
        <p:spPr>
          <a:xfrm>
            <a:off x="1524000" y="3950208"/>
            <a:ext cx="4572000" cy="414528"/>
          </a:xfrm>
          <a:prstGeom prst="rect">
            <a:avLst/>
          </a:prstGeom>
          <a:solidFill>
            <a:srgbClr val="F7F8FA"/>
          </a:solidFill>
          <a:ln/>
        </p:spPr>
        <p:txBody>
          <a:bodyPr/>
          <a:lstStyle/>
          <a:p>
            <a:endParaRPr lang="en-US" sz="1867">
              <a:latin typeface="RadikalW03-Regular" panose="01000000000000000000" pitchFamily="2" charset="0"/>
            </a:endParaRPr>
          </a:p>
        </p:txBody>
      </p:sp>
      <p:sp>
        <p:nvSpPr>
          <p:cNvPr id="14" name="Text 12">
            <a:extLst>
              <a:ext uri="{FF2B5EF4-FFF2-40B4-BE49-F238E27FC236}">
                <a16:creationId xmlns:a16="http://schemas.microsoft.com/office/drawing/2014/main" id="{8E3CF12A-EFC1-2A0E-D8F5-CE497644B42C}"/>
              </a:ext>
            </a:extLst>
          </p:cNvPr>
          <p:cNvSpPr/>
          <p:nvPr/>
        </p:nvSpPr>
        <p:spPr>
          <a:xfrm>
            <a:off x="1767840" y="3950208"/>
            <a:ext cx="4328160" cy="414528"/>
          </a:xfrm>
          <a:prstGeom prst="rect">
            <a:avLst/>
          </a:prstGeom>
          <a:noFill/>
          <a:ln/>
        </p:spPr>
        <p:txBody>
          <a:bodyPr wrap="square" lIns="0" tIns="0" rIns="0" bIns="0" rtlCol="0" anchor="ctr"/>
          <a:lstStyle/>
          <a:p>
            <a:r>
              <a:rPr lang="en-US" sz="1333">
                <a:solidFill>
                  <a:srgbClr val="1A1A2E"/>
                </a:solidFill>
                <a:latin typeface="RadikalW03-Regular" panose="01000000000000000000" pitchFamily="2" charset="0"/>
                <a:ea typeface="Calibri" pitchFamily="34" charset="-122"/>
                <a:cs typeface="Calibri" pitchFamily="34" charset="-120"/>
              </a:rPr>
              <a:t>Target Users &amp; Problem</a:t>
            </a:r>
            <a:endParaRPr lang="en-US" sz="1333">
              <a:latin typeface="RadikalW03-Regular" panose="01000000000000000000" pitchFamily="2" charset="0"/>
            </a:endParaRPr>
          </a:p>
        </p:txBody>
      </p:sp>
      <p:sp>
        <p:nvSpPr>
          <p:cNvPr id="15" name="Shape 13">
            <a:extLst>
              <a:ext uri="{FF2B5EF4-FFF2-40B4-BE49-F238E27FC236}">
                <a16:creationId xmlns:a16="http://schemas.microsoft.com/office/drawing/2014/main" id="{38382E29-B6F6-8DFF-2AD4-EB0A3D22259C}"/>
              </a:ext>
            </a:extLst>
          </p:cNvPr>
          <p:cNvSpPr/>
          <p:nvPr/>
        </p:nvSpPr>
        <p:spPr>
          <a:xfrm>
            <a:off x="853440" y="4425696"/>
            <a:ext cx="670560" cy="414528"/>
          </a:xfrm>
          <a:prstGeom prst="rect">
            <a:avLst/>
          </a:prstGeom>
          <a:solidFill>
            <a:srgbClr val="0073CF"/>
          </a:solidFill>
          <a:ln/>
        </p:spPr>
        <p:txBody>
          <a:bodyPr/>
          <a:lstStyle/>
          <a:p>
            <a:endParaRPr lang="en-US" sz="1867">
              <a:latin typeface="RadikalW03-Regular" panose="01000000000000000000" pitchFamily="2" charset="0"/>
            </a:endParaRPr>
          </a:p>
        </p:txBody>
      </p:sp>
      <p:sp>
        <p:nvSpPr>
          <p:cNvPr id="16" name="Text 14">
            <a:extLst>
              <a:ext uri="{FF2B5EF4-FFF2-40B4-BE49-F238E27FC236}">
                <a16:creationId xmlns:a16="http://schemas.microsoft.com/office/drawing/2014/main" id="{F9D568A5-258C-5D56-64CD-E5FBFE6009A9}"/>
              </a:ext>
            </a:extLst>
          </p:cNvPr>
          <p:cNvSpPr/>
          <p:nvPr/>
        </p:nvSpPr>
        <p:spPr>
          <a:xfrm>
            <a:off x="853440" y="4425696"/>
            <a:ext cx="670560" cy="414528"/>
          </a:xfrm>
          <a:prstGeom prst="rect">
            <a:avLst/>
          </a:prstGeom>
          <a:noFill/>
          <a:ln/>
        </p:spPr>
        <p:txBody>
          <a:bodyPr wrap="square" lIns="0" tIns="0" rIns="0" bIns="0" rtlCol="0" anchor="ctr"/>
          <a:lstStyle/>
          <a:p>
            <a:pPr algn="ctr"/>
            <a:r>
              <a:rPr lang="en-US" sz="1333" b="1">
                <a:solidFill>
                  <a:srgbClr val="FFFFFF"/>
                </a:solidFill>
                <a:latin typeface="RadikalW03-Regular" panose="01000000000000000000" pitchFamily="2" charset="0"/>
                <a:ea typeface="Calibri" pitchFamily="34" charset="-122"/>
                <a:cs typeface="Calibri" pitchFamily="34" charset="-120"/>
              </a:rPr>
              <a:t>5–7</a:t>
            </a:r>
            <a:endParaRPr lang="en-US" sz="1333">
              <a:latin typeface="RadikalW03-Regular" panose="01000000000000000000" pitchFamily="2" charset="0"/>
            </a:endParaRPr>
          </a:p>
        </p:txBody>
      </p:sp>
      <p:sp>
        <p:nvSpPr>
          <p:cNvPr id="17" name="Shape 15">
            <a:extLst>
              <a:ext uri="{FF2B5EF4-FFF2-40B4-BE49-F238E27FC236}">
                <a16:creationId xmlns:a16="http://schemas.microsoft.com/office/drawing/2014/main" id="{A83B45FD-259A-625A-18FC-CA5D99BE6C7D}"/>
              </a:ext>
            </a:extLst>
          </p:cNvPr>
          <p:cNvSpPr/>
          <p:nvPr/>
        </p:nvSpPr>
        <p:spPr>
          <a:xfrm>
            <a:off x="1524000" y="4425696"/>
            <a:ext cx="4572000" cy="414528"/>
          </a:xfrm>
          <a:prstGeom prst="rect">
            <a:avLst/>
          </a:prstGeom>
          <a:solidFill>
            <a:srgbClr val="F7F8FA"/>
          </a:solidFill>
          <a:ln/>
        </p:spPr>
        <p:txBody>
          <a:bodyPr/>
          <a:lstStyle/>
          <a:p>
            <a:endParaRPr lang="en-US" sz="1867">
              <a:latin typeface="RadikalW03-Regular" panose="01000000000000000000" pitchFamily="2" charset="0"/>
            </a:endParaRPr>
          </a:p>
        </p:txBody>
      </p:sp>
      <p:sp>
        <p:nvSpPr>
          <p:cNvPr id="18" name="Text 16">
            <a:extLst>
              <a:ext uri="{FF2B5EF4-FFF2-40B4-BE49-F238E27FC236}">
                <a16:creationId xmlns:a16="http://schemas.microsoft.com/office/drawing/2014/main" id="{3F55A95F-FFA5-7A78-B7CD-C729E362AC3E}"/>
              </a:ext>
            </a:extLst>
          </p:cNvPr>
          <p:cNvSpPr/>
          <p:nvPr/>
        </p:nvSpPr>
        <p:spPr>
          <a:xfrm>
            <a:off x="1767840" y="4425696"/>
            <a:ext cx="4328160" cy="414528"/>
          </a:xfrm>
          <a:prstGeom prst="rect">
            <a:avLst/>
          </a:prstGeom>
          <a:noFill/>
          <a:ln/>
        </p:spPr>
        <p:txBody>
          <a:bodyPr wrap="square" lIns="0" tIns="0" rIns="0" bIns="0" rtlCol="0" anchor="ctr"/>
          <a:lstStyle/>
          <a:p>
            <a:r>
              <a:rPr lang="en-US" sz="1333">
                <a:solidFill>
                  <a:srgbClr val="1A1A2E"/>
                </a:solidFill>
                <a:latin typeface="RadikalW03-Regular" panose="01000000000000000000" pitchFamily="2" charset="0"/>
                <a:ea typeface="Calibri" pitchFamily="34" charset="-122"/>
                <a:cs typeface="Calibri" pitchFamily="34" charset="-120"/>
              </a:rPr>
              <a:t>Solution, User &amp; Business Value</a:t>
            </a:r>
            <a:endParaRPr lang="en-US" sz="1333">
              <a:latin typeface="RadikalW03-Regular" panose="01000000000000000000" pitchFamily="2" charset="0"/>
            </a:endParaRPr>
          </a:p>
        </p:txBody>
      </p:sp>
      <p:sp>
        <p:nvSpPr>
          <p:cNvPr id="19" name="Shape 17">
            <a:extLst>
              <a:ext uri="{FF2B5EF4-FFF2-40B4-BE49-F238E27FC236}">
                <a16:creationId xmlns:a16="http://schemas.microsoft.com/office/drawing/2014/main" id="{31D9F9A0-FACF-A75C-30FB-9AFDB8762AD5}"/>
              </a:ext>
            </a:extLst>
          </p:cNvPr>
          <p:cNvSpPr/>
          <p:nvPr/>
        </p:nvSpPr>
        <p:spPr>
          <a:xfrm>
            <a:off x="853440" y="4901184"/>
            <a:ext cx="670560" cy="414528"/>
          </a:xfrm>
          <a:prstGeom prst="rect">
            <a:avLst/>
          </a:prstGeom>
          <a:solidFill>
            <a:srgbClr val="0073CF"/>
          </a:solidFill>
          <a:ln/>
        </p:spPr>
        <p:txBody>
          <a:bodyPr/>
          <a:lstStyle/>
          <a:p>
            <a:endParaRPr lang="en-US" sz="1867">
              <a:latin typeface="RadikalW03-Regular" panose="01000000000000000000" pitchFamily="2" charset="0"/>
            </a:endParaRPr>
          </a:p>
        </p:txBody>
      </p:sp>
      <p:sp>
        <p:nvSpPr>
          <p:cNvPr id="20" name="Text 18">
            <a:extLst>
              <a:ext uri="{FF2B5EF4-FFF2-40B4-BE49-F238E27FC236}">
                <a16:creationId xmlns:a16="http://schemas.microsoft.com/office/drawing/2014/main" id="{ABC291DC-DA1C-A4BC-5911-9B72E717A03E}"/>
              </a:ext>
            </a:extLst>
          </p:cNvPr>
          <p:cNvSpPr/>
          <p:nvPr/>
        </p:nvSpPr>
        <p:spPr>
          <a:xfrm>
            <a:off x="853440" y="4901184"/>
            <a:ext cx="670560" cy="414528"/>
          </a:xfrm>
          <a:prstGeom prst="rect">
            <a:avLst/>
          </a:prstGeom>
          <a:noFill/>
          <a:ln/>
        </p:spPr>
        <p:txBody>
          <a:bodyPr wrap="square" lIns="0" tIns="0" rIns="0" bIns="0" rtlCol="0" anchor="ctr"/>
          <a:lstStyle/>
          <a:p>
            <a:pPr algn="ctr"/>
            <a:r>
              <a:rPr lang="en-US" sz="1333" b="1">
                <a:solidFill>
                  <a:srgbClr val="FFFFFF"/>
                </a:solidFill>
                <a:latin typeface="RadikalW03-Regular" panose="01000000000000000000" pitchFamily="2" charset="0"/>
                <a:ea typeface="Calibri" pitchFamily="34" charset="-122"/>
                <a:cs typeface="Calibri" pitchFamily="34" charset="-120"/>
              </a:rPr>
              <a:t>8</a:t>
            </a:r>
            <a:endParaRPr lang="en-US" sz="1333">
              <a:latin typeface="RadikalW03-Regular" panose="01000000000000000000" pitchFamily="2" charset="0"/>
            </a:endParaRPr>
          </a:p>
        </p:txBody>
      </p:sp>
      <p:sp>
        <p:nvSpPr>
          <p:cNvPr id="21" name="Shape 19">
            <a:extLst>
              <a:ext uri="{FF2B5EF4-FFF2-40B4-BE49-F238E27FC236}">
                <a16:creationId xmlns:a16="http://schemas.microsoft.com/office/drawing/2014/main" id="{1DF05FE4-C0CA-5834-E413-51D815DF8367}"/>
              </a:ext>
            </a:extLst>
          </p:cNvPr>
          <p:cNvSpPr/>
          <p:nvPr/>
        </p:nvSpPr>
        <p:spPr>
          <a:xfrm>
            <a:off x="1524000" y="4901184"/>
            <a:ext cx="4572000" cy="414528"/>
          </a:xfrm>
          <a:prstGeom prst="rect">
            <a:avLst/>
          </a:prstGeom>
          <a:solidFill>
            <a:srgbClr val="F7F8FA"/>
          </a:solidFill>
          <a:ln/>
        </p:spPr>
        <p:txBody>
          <a:bodyPr/>
          <a:lstStyle/>
          <a:p>
            <a:endParaRPr lang="en-US" sz="1867">
              <a:latin typeface="RadikalW03-Regular" panose="01000000000000000000" pitchFamily="2" charset="0"/>
            </a:endParaRPr>
          </a:p>
        </p:txBody>
      </p:sp>
      <p:sp>
        <p:nvSpPr>
          <p:cNvPr id="22" name="Text 20">
            <a:extLst>
              <a:ext uri="{FF2B5EF4-FFF2-40B4-BE49-F238E27FC236}">
                <a16:creationId xmlns:a16="http://schemas.microsoft.com/office/drawing/2014/main" id="{A11DD781-D577-61B9-E8DE-010021B861CA}"/>
              </a:ext>
            </a:extLst>
          </p:cNvPr>
          <p:cNvSpPr/>
          <p:nvPr/>
        </p:nvSpPr>
        <p:spPr>
          <a:xfrm>
            <a:off x="1767840" y="4901184"/>
            <a:ext cx="4328160" cy="414528"/>
          </a:xfrm>
          <a:prstGeom prst="rect">
            <a:avLst/>
          </a:prstGeom>
          <a:noFill/>
          <a:ln/>
        </p:spPr>
        <p:txBody>
          <a:bodyPr wrap="square" lIns="0" tIns="0" rIns="0" bIns="0" rtlCol="0" anchor="ctr"/>
          <a:lstStyle/>
          <a:p>
            <a:r>
              <a:rPr lang="en-US" sz="1333">
                <a:solidFill>
                  <a:srgbClr val="1A1A2E"/>
                </a:solidFill>
                <a:latin typeface="RadikalW03-Regular" panose="01000000000000000000" pitchFamily="2" charset="0"/>
                <a:ea typeface="Calibri" pitchFamily="34" charset="-122"/>
                <a:cs typeface="Calibri" pitchFamily="34" charset="-120"/>
              </a:rPr>
              <a:t>Strategic Alignment to OKRs</a:t>
            </a:r>
            <a:endParaRPr lang="en-US" sz="1333">
              <a:latin typeface="RadikalW03-Regular" panose="01000000000000000000" pitchFamily="2" charset="0"/>
            </a:endParaRPr>
          </a:p>
        </p:txBody>
      </p:sp>
      <p:sp>
        <p:nvSpPr>
          <p:cNvPr id="23" name="Shape 21">
            <a:extLst>
              <a:ext uri="{FF2B5EF4-FFF2-40B4-BE49-F238E27FC236}">
                <a16:creationId xmlns:a16="http://schemas.microsoft.com/office/drawing/2014/main" id="{FA3F934A-A589-22A6-857F-5D7B676BCFFE}"/>
              </a:ext>
            </a:extLst>
          </p:cNvPr>
          <p:cNvSpPr/>
          <p:nvPr/>
        </p:nvSpPr>
        <p:spPr>
          <a:xfrm>
            <a:off x="853440" y="5376672"/>
            <a:ext cx="670560" cy="414528"/>
          </a:xfrm>
          <a:prstGeom prst="rect">
            <a:avLst/>
          </a:prstGeom>
          <a:solidFill>
            <a:srgbClr val="0073CF"/>
          </a:solidFill>
          <a:ln/>
        </p:spPr>
        <p:txBody>
          <a:bodyPr/>
          <a:lstStyle/>
          <a:p>
            <a:endParaRPr lang="en-US" sz="1867">
              <a:latin typeface="RadikalW03-Regular" panose="01000000000000000000" pitchFamily="2" charset="0"/>
            </a:endParaRPr>
          </a:p>
        </p:txBody>
      </p:sp>
      <p:sp>
        <p:nvSpPr>
          <p:cNvPr id="24" name="Text 22">
            <a:extLst>
              <a:ext uri="{FF2B5EF4-FFF2-40B4-BE49-F238E27FC236}">
                <a16:creationId xmlns:a16="http://schemas.microsoft.com/office/drawing/2014/main" id="{094BB52A-859A-B051-8FCB-E66771486CF7}"/>
              </a:ext>
            </a:extLst>
          </p:cNvPr>
          <p:cNvSpPr/>
          <p:nvPr/>
        </p:nvSpPr>
        <p:spPr>
          <a:xfrm>
            <a:off x="853440" y="5376672"/>
            <a:ext cx="670560" cy="414528"/>
          </a:xfrm>
          <a:prstGeom prst="rect">
            <a:avLst/>
          </a:prstGeom>
          <a:noFill/>
          <a:ln/>
        </p:spPr>
        <p:txBody>
          <a:bodyPr wrap="square" lIns="0" tIns="0" rIns="0" bIns="0" rtlCol="0" anchor="ctr"/>
          <a:lstStyle/>
          <a:p>
            <a:pPr algn="ctr"/>
            <a:r>
              <a:rPr lang="en-US" sz="1333" b="1">
                <a:solidFill>
                  <a:srgbClr val="FFFFFF"/>
                </a:solidFill>
                <a:latin typeface="RadikalW03-Regular" panose="01000000000000000000" pitchFamily="2" charset="0"/>
                <a:ea typeface="Calibri" pitchFamily="34" charset="-122"/>
                <a:cs typeface="Calibri" pitchFamily="34" charset="-120"/>
              </a:rPr>
              <a:t>9–10</a:t>
            </a:r>
            <a:endParaRPr lang="en-US" sz="1333">
              <a:latin typeface="RadikalW03-Regular" panose="01000000000000000000" pitchFamily="2" charset="0"/>
            </a:endParaRPr>
          </a:p>
        </p:txBody>
      </p:sp>
      <p:sp>
        <p:nvSpPr>
          <p:cNvPr id="25" name="Shape 23">
            <a:extLst>
              <a:ext uri="{FF2B5EF4-FFF2-40B4-BE49-F238E27FC236}">
                <a16:creationId xmlns:a16="http://schemas.microsoft.com/office/drawing/2014/main" id="{2EC58A09-3979-5EEA-48D2-FE3274C21AC9}"/>
              </a:ext>
            </a:extLst>
          </p:cNvPr>
          <p:cNvSpPr/>
          <p:nvPr/>
        </p:nvSpPr>
        <p:spPr>
          <a:xfrm>
            <a:off x="1524000" y="5376672"/>
            <a:ext cx="4572000" cy="414528"/>
          </a:xfrm>
          <a:prstGeom prst="rect">
            <a:avLst/>
          </a:prstGeom>
          <a:solidFill>
            <a:srgbClr val="F7F8FA"/>
          </a:solidFill>
          <a:ln/>
        </p:spPr>
        <p:txBody>
          <a:bodyPr/>
          <a:lstStyle/>
          <a:p>
            <a:endParaRPr lang="en-US" sz="1867">
              <a:latin typeface="RadikalW03-Regular" panose="01000000000000000000" pitchFamily="2" charset="0"/>
            </a:endParaRPr>
          </a:p>
        </p:txBody>
      </p:sp>
      <p:sp>
        <p:nvSpPr>
          <p:cNvPr id="26" name="Text 24">
            <a:extLst>
              <a:ext uri="{FF2B5EF4-FFF2-40B4-BE49-F238E27FC236}">
                <a16:creationId xmlns:a16="http://schemas.microsoft.com/office/drawing/2014/main" id="{1AD5E00F-1777-2F43-7B9C-64556A75C3DA}"/>
              </a:ext>
            </a:extLst>
          </p:cNvPr>
          <p:cNvSpPr/>
          <p:nvPr/>
        </p:nvSpPr>
        <p:spPr>
          <a:xfrm>
            <a:off x="1767840" y="5376672"/>
            <a:ext cx="4328160" cy="414528"/>
          </a:xfrm>
          <a:prstGeom prst="rect">
            <a:avLst/>
          </a:prstGeom>
          <a:noFill/>
          <a:ln/>
        </p:spPr>
        <p:txBody>
          <a:bodyPr wrap="square" lIns="0" tIns="0" rIns="0" bIns="0" rtlCol="0" anchor="ctr"/>
          <a:lstStyle/>
          <a:p>
            <a:r>
              <a:rPr lang="en-US" sz="1333">
                <a:solidFill>
                  <a:srgbClr val="1A1A2E"/>
                </a:solidFill>
                <a:latin typeface="RadikalW03-Regular" panose="01000000000000000000" pitchFamily="2" charset="0"/>
                <a:ea typeface="Calibri" pitchFamily="34" charset="-122"/>
                <a:cs typeface="Calibri" pitchFamily="34" charset="-120"/>
              </a:rPr>
              <a:t>Feasibility &amp; Success Metrics</a:t>
            </a:r>
            <a:endParaRPr lang="en-US" sz="1333">
              <a:latin typeface="RadikalW03-Regular" panose="01000000000000000000" pitchFamily="2" charset="0"/>
            </a:endParaRPr>
          </a:p>
        </p:txBody>
      </p:sp>
      <p:sp>
        <p:nvSpPr>
          <p:cNvPr id="27" name="Shape 25">
            <a:extLst>
              <a:ext uri="{FF2B5EF4-FFF2-40B4-BE49-F238E27FC236}">
                <a16:creationId xmlns:a16="http://schemas.microsoft.com/office/drawing/2014/main" id="{D73C9703-98F3-74A6-1E1D-4DAC51FD4C70}"/>
              </a:ext>
            </a:extLst>
          </p:cNvPr>
          <p:cNvSpPr/>
          <p:nvPr/>
        </p:nvSpPr>
        <p:spPr>
          <a:xfrm>
            <a:off x="853440" y="5852160"/>
            <a:ext cx="670560" cy="414528"/>
          </a:xfrm>
          <a:prstGeom prst="rect">
            <a:avLst/>
          </a:prstGeom>
          <a:solidFill>
            <a:srgbClr val="0073CF"/>
          </a:solidFill>
          <a:ln/>
        </p:spPr>
        <p:txBody>
          <a:bodyPr/>
          <a:lstStyle/>
          <a:p>
            <a:endParaRPr lang="en-US" sz="1867">
              <a:latin typeface="RadikalW03-Regular" panose="01000000000000000000" pitchFamily="2" charset="0"/>
            </a:endParaRPr>
          </a:p>
        </p:txBody>
      </p:sp>
      <p:sp>
        <p:nvSpPr>
          <p:cNvPr id="28" name="Text 26">
            <a:extLst>
              <a:ext uri="{FF2B5EF4-FFF2-40B4-BE49-F238E27FC236}">
                <a16:creationId xmlns:a16="http://schemas.microsoft.com/office/drawing/2014/main" id="{8EFA6EB3-6DC7-4533-4B6A-7FA38B5DC8D2}"/>
              </a:ext>
            </a:extLst>
          </p:cNvPr>
          <p:cNvSpPr/>
          <p:nvPr/>
        </p:nvSpPr>
        <p:spPr>
          <a:xfrm>
            <a:off x="853440" y="5852160"/>
            <a:ext cx="670560" cy="414528"/>
          </a:xfrm>
          <a:prstGeom prst="rect">
            <a:avLst/>
          </a:prstGeom>
          <a:noFill/>
          <a:ln/>
        </p:spPr>
        <p:txBody>
          <a:bodyPr wrap="square" lIns="0" tIns="0" rIns="0" bIns="0" rtlCol="0" anchor="ctr"/>
          <a:lstStyle/>
          <a:p>
            <a:pPr algn="ctr"/>
            <a:r>
              <a:rPr lang="en-US" sz="1333" b="1">
                <a:solidFill>
                  <a:srgbClr val="FFFFFF"/>
                </a:solidFill>
                <a:latin typeface="RadikalW03-Regular" panose="01000000000000000000" pitchFamily="2" charset="0"/>
                <a:ea typeface="Calibri" pitchFamily="34" charset="-122"/>
                <a:cs typeface="Calibri" pitchFamily="34" charset="-120"/>
              </a:rPr>
              <a:t>11–12</a:t>
            </a:r>
            <a:endParaRPr lang="en-US" sz="1333">
              <a:latin typeface="RadikalW03-Regular" panose="01000000000000000000" pitchFamily="2" charset="0"/>
            </a:endParaRPr>
          </a:p>
        </p:txBody>
      </p:sp>
      <p:sp>
        <p:nvSpPr>
          <p:cNvPr id="29" name="Shape 27">
            <a:extLst>
              <a:ext uri="{FF2B5EF4-FFF2-40B4-BE49-F238E27FC236}">
                <a16:creationId xmlns:a16="http://schemas.microsoft.com/office/drawing/2014/main" id="{D2E9D4BB-55FC-1866-F935-704D97869EB9}"/>
              </a:ext>
            </a:extLst>
          </p:cNvPr>
          <p:cNvSpPr/>
          <p:nvPr/>
        </p:nvSpPr>
        <p:spPr>
          <a:xfrm>
            <a:off x="1524000" y="5852160"/>
            <a:ext cx="4572000" cy="414528"/>
          </a:xfrm>
          <a:prstGeom prst="rect">
            <a:avLst/>
          </a:prstGeom>
          <a:solidFill>
            <a:srgbClr val="F7F8FA"/>
          </a:solidFill>
          <a:ln/>
        </p:spPr>
        <p:txBody>
          <a:bodyPr/>
          <a:lstStyle/>
          <a:p>
            <a:endParaRPr lang="en-US" sz="1867">
              <a:latin typeface="RadikalW03-Regular" panose="01000000000000000000" pitchFamily="2" charset="0"/>
            </a:endParaRPr>
          </a:p>
        </p:txBody>
      </p:sp>
      <p:sp>
        <p:nvSpPr>
          <p:cNvPr id="30" name="Text 28">
            <a:extLst>
              <a:ext uri="{FF2B5EF4-FFF2-40B4-BE49-F238E27FC236}">
                <a16:creationId xmlns:a16="http://schemas.microsoft.com/office/drawing/2014/main" id="{8FE8D4BC-D288-D6B4-0483-DDA9685E0B77}"/>
              </a:ext>
            </a:extLst>
          </p:cNvPr>
          <p:cNvSpPr/>
          <p:nvPr/>
        </p:nvSpPr>
        <p:spPr>
          <a:xfrm>
            <a:off x="1767840" y="5852160"/>
            <a:ext cx="4328160" cy="414528"/>
          </a:xfrm>
          <a:prstGeom prst="rect">
            <a:avLst/>
          </a:prstGeom>
          <a:noFill/>
          <a:ln/>
        </p:spPr>
        <p:txBody>
          <a:bodyPr wrap="square" lIns="0" tIns="0" rIns="0" bIns="0" rtlCol="0" anchor="ctr"/>
          <a:lstStyle/>
          <a:p>
            <a:r>
              <a:rPr lang="en-US" sz="1333">
                <a:solidFill>
                  <a:srgbClr val="1A1A2E"/>
                </a:solidFill>
                <a:latin typeface="RadikalW03-Regular" panose="01000000000000000000" pitchFamily="2" charset="0"/>
                <a:ea typeface="Calibri" pitchFamily="34" charset="-122"/>
                <a:cs typeface="Calibri" pitchFamily="34" charset="-120"/>
              </a:rPr>
              <a:t>Review, Submit &amp; Confirm</a:t>
            </a:r>
            <a:endParaRPr lang="en-US" sz="1333">
              <a:latin typeface="RadikalW03-Regular" panose="01000000000000000000" pitchFamily="2" charset="0"/>
            </a:endParaRPr>
          </a:p>
        </p:txBody>
      </p:sp>
      <p:sp>
        <p:nvSpPr>
          <p:cNvPr id="33" name="Text 30">
            <a:extLst>
              <a:ext uri="{FF2B5EF4-FFF2-40B4-BE49-F238E27FC236}">
                <a16:creationId xmlns:a16="http://schemas.microsoft.com/office/drawing/2014/main" id="{DB3A7A50-4C6C-9A58-3082-88805351900F}"/>
              </a:ext>
            </a:extLst>
          </p:cNvPr>
          <p:cNvSpPr/>
          <p:nvPr/>
        </p:nvSpPr>
        <p:spPr>
          <a:xfrm>
            <a:off x="6564923" y="3620560"/>
            <a:ext cx="5120640" cy="304800"/>
          </a:xfrm>
          <a:prstGeom prst="rect">
            <a:avLst/>
          </a:prstGeom>
          <a:noFill/>
          <a:ln/>
        </p:spPr>
        <p:txBody>
          <a:bodyPr wrap="square" lIns="0" tIns="0" rIns="0" bIns="0" rtlCol="0" anchor="ctr"/>
          <a:lstStyle/>
          <a:p>
            <a:pPr algn="ctr"/>
            <a:r>
              <a:rPr lang="en-US" sz="1050" i="1">
                <a:solidFill>
                  <a:srgbClr val="4A5568"/>
                </a:solidFill>
                <a:latin typeface="RadikalW03-Regular" panose="01000000000000000000" pitchFamily="2" charset="0"/>
                <a:ea typeface="Calibri" pitchFamily="34" charset="-122"/>
                <a:cs typeface="Calibri" pitchFamily="34" charset="-120"/>
              </a:rPr>
              <a:t>Step 2: Use Case Overview</a:t>
            </a:r>
            <a:endParaRPr lang="en-US" sz="1050">
              <a:latin typeface="RadikalW03-Regular" panose="01000000000000000000" pitchFamily="2" charset="0"/>
            </a:endParaRPr>
          </a:p>
        </p:txBody>
      </p:sp>
      <p:sp>
        <p:nvSpPr>
          <p:cNvPr id="36" name="Text 32">
            <a:extLst>
              <a:ext uri="{FF2B5EF4-FFF2-40B4-BE49-F238E27FC236}">
                <a16:creationId xmlns:a16="http://schemas.microsoft.com/office/drawing/2014/main" id="{E9A5102B-EAF3-8AE9-AF9E-7DF45E35E9B2}"/>
              </a:ext>
            </a:extLst>
          </p:cNvPr>
          <p:cNvSpPr/>
          <p:nvPr/>
        </p:nvSpPr>
        <p:spPr>
          <a:xfrm>
            <a:off x="6564923" y="6553020"/>
            <a:ext cx="5120640" cy="304800"/>
          </a:xfrm>
          <a:prstGeom prst="rect">
            <a:avLst/>
          </a:prstGeom>
          <a:noFill/>
          <a:ln/>
        </p:spPr>
        <p:txBody>
          <a:bodyPr wrap="square" lIns="0" tIns="0" rIns="0" bIns="0" rtlCol="0" anchor="ctr"/>
          <a:lstStyle/>
          <a:p>
            <a:pPr algn="ctr"/>
            <a:r>
              <a:rPr lang="en-US" sz="1050" i="1">
                <a:solidFill>
                  <a:srgbClr val="4A5568"/>
                </a:solidFill>
                <a:latin typeface="RadikalW03-Regular" panose="01000000000000000000" pitchFamily="2" charset="0"/>
                <a:ea typeface="Calibri" pitchFamily="34" charset="-122"/>
                <a:cs typeface="Calibri" pitchFamily="34" charset="-120"/>
              </a:rPr>
              <a:t>Step 7: Estimate Business Value with AI Co-Pilot</a:t>
            </a:r>
            <a:endParaRPr lang="en-US" sz="1050">
              <a:latin typeface="RadikalW03-Regular" panose="01000000000000000000" pitchFamily="2" charset="0"/>
            </a:endParaRPr>
          </a:p>
        </p:txBody>
      </p:sp>
      <p:sp>
        <p:nvSpPr>
          <p:cNvPr id="37" name="Text 33">
            <a:extLst>
              <a:ext uri="{FF2B5EF4-FFF2-40B4-BE49-F238E27FC236}">
                <a16:creationId xmlns:a16="http://schemas.microsoft.com/office/drawing/2014/main" id="{4B2944A9-8F70-7F42-F8B6-DDE85CCDD1C7}"/>
              </a:ext>
            </a:extLst>
          </p:cNvPr>
          <p:cNvSpPr/>
          <p:nvPr/>
        </p:nvSpPr>
        <p:spPr>
          <a:xfrm>
            <a:off x="853440" y="6400800"/>
            <a:ext cx="6096000" cy="365760"/>
          </a:xfrm>
          <a:prstGeom prst="rect">
            <a:avLst/>
          </a:prstGeom>
          <a:noFill/>
          <a:ln/>
        </p:spPr>
        <p:txBody>
          <a:bodyPr wrap="square" lIns="0" tIns="0" rIns="0" bIns="0" rtlCol="0" anchor="ctr"/>
          <a:lstStyle/>
          <a:p>
            <a:r>
              <a:rPr lang="en-US" sz="1067">
                <a:solidFill>
                  <a:srgbClr val="4A5568"/>
                </a:solidFill>
                <a:latin typeface="RadikalW03-Regular" panose="01000000000000000000" pitchFamily="2" charset="0"/>
                <a:ea typeface="Calibri" pitchFamily="34" charset="-122"/>
                <a:cs typeface="Calibri" pitchFamily="34" charset="-120"/>
              </a:rPr>
              <a:t>© 2026 Packaged Agile, LLC. Proprietary and Confidential.</a:t>
            </a:r>
            <a:endParaRPr lang="en-US" sz="1067">
              <a:latin typeface="RadikalW03-Regular" panose="01000000000000000000" pitchFamily="2" charset="0"/>
            </a:endParaRPr>
          </a:p>
        </p:txBody>
      </p:sp>
      <p:pic>
        <p:nvPicPr>
          <p:cNvPr id="42" name="Picture 41" descr="slide2.png"/>
          <p:cNvPicPr>
            <a:picLocks noChangeAspect="1"/>
          </p:cNvPicPr>
          <p:nvPr/>
        </p:nvPicPr>
        <p:blipFill>
          <a:blip r:embed="rId5"/>
          <a:stretch>
            <a:fillRect/>
          </a:stretch>
        </p:blipFill>
        <p:spPr>
          <a:xfrm>
            <a:off x="7075532" y="1340649"/>
            <a:ext cx="4099423" cy="2256455"/>
          </a:xfrm>
          <a:prstGeom prst="rect">
            <a:avLst/>
          </a:prstGeom>
        </p:spPr>
      </p:pic>
      <p:pic>
        <p:nvPicPr>
          <p:cNvPr id="43" name="Picture 42" descr="slide2b.png"/>
          <p:cNvPicPr>
            <a:picLocks noChangeAspect="1"/>
          </p:cNvPicPr>
          <p:nvPr/>
        </p:nvPicPr>
        <p:blipFill>
          <a:blip r:embed="rId6"/>
          <a:stretch>
            <a:fillRect/>
          </a:stretch>
        </p:blipFill>
        <p:spPr>
          <a:xfrm>
            <a:off x="7214002" y="3950208"/>
            <a:ext cx="3822482" cy="2527820"/>
          </a:xfrm>
          <a:prstGeom prst="rect">
            <a:avLst/>
          </a:prstGeom>
        </p:spPr>
      </p:pic>
    </p:spTree>
    <p:extLst>
      <p:ext uri="{BB962C8B-B14F-4D97-AF65-F5344CB8AC3E}">
        <p14:creationId xmlns:p14="http://schemas.microsoft.com/office/powerpoint/2010/main" val="1628526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003B6F"/>
          </a:solidFill>
          <a:ln/>
        </p:spPr>
        <p:txBody>
          <a:bodyPr/>
          <a:lstStyle/>
          <a:p>
            <a:endParaRPr lang="en-US" sz="1867">
              <a:latin typeface="RadikalW03-Regular" panose="01000000000000000000" pitchFamily="2" charset="0"/>
            </a:endParaRPr>
          </a:p>
        </p:txBody>
      </p:sp>
      <p:sp>
        <p:nvSpPr>
          <p:cNvPr id="3" name="Text 1"/>
          <p:cNvSpPr/>
          <p:nvPr/>
        </p:nvSpPr>
        <p:spPr>
          <a:xfrm>
            <a:off x="853440" y="182880"/>
            <a:ext cx="9753600" cy="609600"/>
          </a:xfrm>
          <a:prstGeom prst="rect">
            <a:avLst/>
          </a:prstGeom>
          <a:noFill/>
          <a:ln/>
        </p:spPr>
        <p:txBody>
          <a:bodyPr wrap="square" lIns="0" tIns="0" rIns="0" bIns="0" rtlCol="0" anchor="ctr"/>
          <a:lstStyle/>
          <a:p>
            <a:r>
              <a:rPr lang="en-US" sz="3467" b="1">
                <a:solidFill>
                  <a:srgbClr val="FFFFFF"/>
                </a:solidFill>
                <a:latin typeface="RadikalW03-Regular" panose="01000000000000000000" pitchFamily="2" charset="0"/>
                <a:ea typeface="Trebuchet MS" pitchFamily="34" charset="-122"/>
                <a:cs typeface="Trebuchet MS" pitchFamily="34" charset="-120"/>
              </a:rPr>
              <a:t>AI Co-Pilot: Validate &amp; Refine</a:t>
            </a:r>
            <a:endParaRPr lang="en-US" sz="3467">
              <a:latin typeface="RadikalW03-Regular" panose="01000000000000000000" pitchFamily="2" charset="0"/>
            </a:endParaRPr>
          </a:p>
        </p:txBody>
      </p:sp>
      <p:sp>
        <p:nvSpPr>
          <p:cNvPr id="4" name="Text 2"/>
          <p:cNvSpPr/>
          <p:nvPr/>
        </p:nvSpPr>
        <p:spPr>
          <a:xfrm>
            <a:off x="853440" y="731520"/>
            <a:ext cx="9753600" cy="365760"/>
          </a:xfrm>
          <a:prstGeom prst="rect">
            <a:avLst/>
          </a:prstGeom>
          <a:noFill/>
          <a:ln/>
        </p:spPr>
        <p:txBody>
          <a:bodyPr wrap="square" lIns="0" tIns="0" rIns="0" bIns="0" rtlCol="0" anchor="ctr"/>
          <a:lstStyle/>
          <a:p>
            <a:r>
              <a:rPr lang="en-US" sz="1467">
                <a:solidFill>
                  <a:srgbClr val="8BB8E8"/>
                </a:solidFill>
                <a:latin typeface="RadikalW03-Regular" panose="01000000000000000000" pitchFamily="2" charset="0"/>
                <a:ea typeface="Calibri" pitchFamily="34" charset="-122"/>
                <a:cs typeface="Calibri" pitchFamily="34" charset="-120"/>
              </a:rPr>
              <a:t>AI-powered vetting turns rough ideas into qualified, decision-ready use cases</a:t>
            </a:r>
            <a:endParaRPr lang="en-US" sz="1467">
              <a:latin typeface="RadikalW03-Regular" panose="01000000000000000000" pitchFamily="2" charset="0"/>
            </a:endParaRPr>
          </a:p>
        </p:txBody>
      </p:sp>
      <p:sp>
        <p:nvSpPr>
          <p:cNvPr id="5" name="Text 3"/>
          <p:cNvSpPr/>
          <p:nvPr/>
        </p:nvSpPr>
        <p:spPr>
          <a:xfrm>
            <a:off x="853440" y="1584960"/>
            <a:ext cx="5486400" cy="487680"/>
          </a:xfrm>
          <a:prstGeom prst="rect">
            <a:avLst/>
          </a:prstGeom>
          <a:noFill/>
          <a:ln/>
        </p:spPr>
        <p:txBody>
          <a:bodyPr wrap="square" lIns="0" tIns="0" rIns="0" bIns="0" rtlCol="0" anchor="ctr"/>
          <a:lstStyle/>
          <a:p>
            <a:r>
              <a:rPr lang="en-US" sz="2267" b="1">
                <a:solidFill>
                  <a:srgbClr val="1A1A2E"/>
                </a:solidFill>
                <a:latin typeface="RadikalW03-Regular" panose="01000000000000000000" pitchFamily="2" charset="0"/>
                <a:ea typeface="Trebuchet MS" pitchFamily="34" charset="-122"/>
                <a:cs typeface="Trebuchet MS" pitchFamily="34" charset="-120"/>
              </a:rPr>
              <a:t>How It Works</a:t>
            </a:r>
            <a:endParaRPr lang="en-US" sz="2267">
              <a:latin typeface="RadikalW03-Regular" panose="01000000000000000000" pitchFamily="2" charset="0"/>
            </a:endParaRPr>
          </a:p>
        </p:txBody>
      </p:sp>
      <p:sp>
        <p:nvSpPr>
          <p:cNvPr id="6" name="Text 4"/>
          <p:cNvSpPr/>
          <p:nvPr/>
        </p:nvSpPr>
        <p:spPr>
          <a:xfrm>
            <a:off x="853440" y="2182368"/>
            <a:ext cx="5486400" cy="792480"/>
          </a:xfrm>
          <a:prstGeom prst="rect">
            <a:avLst/>
          </a:prstGeom>
          <a:noFill/>
          <a:ln/>
        </p:spPr>
        <p:txBody>
          <a:bodyPr wrap="square" lIns="0" tIns="0" rIns="0" bIns="0" rtlCol="0" anchor="ctr"/>
          <a:lstStyle/>
          <a:p>
            <a:pPr>
              <a:lnSpc>
                <a:spcPct val="135000"/>
              </a:lnSpc>
            </a:pPr>
            <a:r>
              <a:rPr lang="en-US" sz="1467">
                <a:solidFill>
                  <a:srgbClr val="4A5568"/>
                </a:solidFill>
                <a:latin typeface="RadikalW03-Regular" panose="01000000000000000000" pitchFamily="2" charset="0"/>
                <a:ea typeface="Calibri" pitchFamily="34" charset="-122"/>
                <a:cs typeface="Calibri" pitchFamily="34" charset="-120"/>
              </a:rPr>
              <a:t>At each step, the Co-Pilot challenges the submitter’s thinking, flagging gaps, questioning assumptions, and strengthening weak areas. One click generates a refined, submission-ready summary that’s already been pressure tested.</a:t>
            </a:r>
            <a:endParaRPr lang="en-US" sz="1467">
              <a:latin typeface="RadikalW03-Regular" panose="01000000000000000000" pitchFamily="2" charset="0"/>
            </a:endParaRPr>
          </a:p>
        </p:txBody>
      </p:sp>
      <p:sp>
        <p:nvSpPr>
          <p:cNvPr id="7" name="Shape 5"/>
          <p:cNvSpPr/>
          <p:nvPr/>
        </p:nvSpPr>
        <p:spPr>
          <a:xfrm>
            <a:off x="853440" y="3316224"/>
            <a:ext cx="5486400" cy="914400"/>
          </a:xfrm>
          <a:prstGeom prst="rect">
            <a:avLst/>
          </a:prstGeom>
          <a:solidFill>
            <a:srgbClr val="F7F8FA"/>
          </a:solidFill>
          <a:ln/>
        </p:spPr>
        <p:txBody>
          <a:bodyPr/>
          <a:lstStyle/>
          <a:p>
            <a:endParaRPr lang="en-US" sz="1867">
              <a:latin typeface="RadikalW03-Regular" panose="01000000000000000000" pitchFamily="2" charset="0"/>
            </a:endParaRPr>
          </a:p>
        </p:txBody>
      </p:sp>
      <p:sp>
        <p:nvSpPr>
          <p:cNvPr id="8" name="Shape 6"/>
          <p:cNvSpPr/>
          <p:nvPr/>
        </p:nvSpPr>
        <p:spPr>
          <a:xfrm>
            <a:off x="853440" y="3316224"/>
            <a:ext cx="73152" cy="914400"/>
          </a:xfrm>
          <a:prstGeom prst="rect">
            <a:avLst/>
          </a:prstGeom>
          <a:solidFill>
            <a:srgbClr val="0073CF"/>
          </a:solidFill>
          <a:ln/>
        </p:spPr>
        <p:txBody>
          <a:bodyPr/>
          <a:lstStyle/>
          <a:p>
            <a:endParaRPr lang="en-US" sz="1867">
              <a:latin typeface="RadikalW03-Regular" panose="01000000000000000000" pitchFamily="2" charset="0"/>
            </a:endParaRPr>
          </a:p>
        </p:txBody>
      </p:sp>
      <p:pic>
        <p:nvPicPr>
          <p:cNvPr id="9" name="Image 0" descr="preencoded.png"/>
          <p:cNvPicPr>
            <a:picLocks noChangeAspect="1"/>
          </p:cNvPicPr>
          <p:nvPr/>
        </p:nvPicPr>
        <p:blipFill>
          <a:blip r:embed="rId3"/>
          <a:stretch>
            <a:fillRect/>
          </a:stretch>
        </p:blipFill>
        <p:spPr>
          <a:xfrm>
            <a:off x="1158240" y="3462528"/>
            <a:ext cx="390144" cy="390144"/>
          </a:xfrm>
          <a:prstGeom prst="rect">
            <a:avLst/>
          </a:prstGeom>
        </p:spPr>
      </p:pic>
      <p:sp>
        <p:nvSpPr>
          <p:cNvPr id="10" name="Text 7"/>
          <p:cNvSpPr/>
          <p:nvPr/>
        </p:nvSpPr>
        <p:spPr>
          <a:xfrm>
            <a:off x="1767840" y="3413760"/>
            <a:ext cx="4267200" cy="365760"/>
          </a:xfrm>
          <a:prstGeom prst="rect">
            <a:avLst/>
          </a:prstGeom>
          <a:noFill/>
          <a:ln/>
        </p:spPr>
        <p:txBody>
          <a:bodyPr wrap="square" lIns="0" tIns="0" rIns="0" bIns="0" rtlCol="0" anchor="ctr"/>
          <a:lstStyle/>
          <a:p>
            <a:r>
              <a:rPr lang="en-US" sz="1600" b="1">
                <a:solidFill>
                  <a:srgbClr val="1A1A2E"/>
                </a:solidFill>
                <a:latin typeface="RadikalW03-Regular" panose="01000000000000000000" pitchFamily="2" charset="0"/>
                <a:ea typeface="Trebuchet MS" pitchFamily="34" charset="-122"/>
                <a:cs typeface="Trebuchet MS" pitchFamily="34" charset="-120"/>
              </a:rPr>
              <a:t>Mission &amp; Compliance Awareness</a:t>
            </a:r>
            <a:endParaRPr lang="en-US" sz="1600">
              <a:latin typeface="RadikalW03-Regular" panose="01000000000000000000" pitchFamily="2" charset="0"/>
            </a:endParaRPr>
          </a:p>
        </p:txBody>
      </p:sp>
      <p:sp>
        <p:nvSpPr>
          <p:cNvPr id="11" name="Text 8"/>
          <p:cNvSpPr/>
          <p:nvPr/>
        </p:nvSpPr>
        <p:spPr>
          <a:xfrm>
            <a:off x="1767840" y="3764715"/>
            <a:ext cx="4267200" cy="365760"/>
          </a:xfrm>
          <a:prstGeom prst="rect">
            <a:avLst/>
          </a:prstGeom>
          <a:noFill/>
          <a:ln/>
        </p:spPr>
        <p:txBody>
          <a:bodyPr wrap="square" lIns="0" tIns="0" rIns="0" bIns="0" rtlCol="0" anchor="ctr"/>
          <a:lstStyle/>
          <a:p>
            <a:pPr>
              <a:lnSpc>
                <a:spcPct val="120000"/>
              </a:lnSpc>
            </a:pPr>
            <a:r>
              <a:rPr lang="en-US" sz="1200">
                <a:solidFill>
                  <a:srgbClr val="4A5568"/>
                </a:solidFill>
                <a:latin typeface="RadikalW03-Regular" panose="01000000000000000000" pitchFamily="2" charset="0"/>
                <a:ea typeface="Calibri" pitchFamily="34" charset="-122"/>
                <a:cs typeface="Calibri" pitchFamily="34" charset="-120"/>
              </a:rPr>
              <a:t>Vets ideas against federal constraints, FedRAMP, 508, and your agency's realities</a:t>
            </a:r>
            <a:endParaRPr lang="en-US" sz="1200">
              <a:latin typeface="RadikalW03-Regular" panose="01000000000000000000" pitchFamily="2" charset="0"/>
            </a:endParaRPr>
          </a:p>
        </p:txBody>
      </p:sp>
      <p:sp>
        <p:nvSpPr>
          <p:cNvPr id="12" name="Shape 9"/>
          <p:cNvSpPr/>
          <p:nvPr/>
        </p:nvSpPr>
        <p:spPr>
          <a:xfrm>
            <a:off x="853440" y="4328160"/>
            <a:ext cx="5486400" cy="914400"/>
          </a:xfrm>
          <a:prstGeom prst="rect">
            <a:avLst/>
          </a:prstGeom>
          <a:solidFill>
            <a:srgbClr val="F7F8FA"/>
          </a:solidFill>
          <a:ln/>
        </p:spPr>
        <p:txBody>
          <a:bodyPr/>
          <a:lstStyle/>
          <a:p>
            <a:endParaRPr lang="en-US" sz="1867">
              <a:latin typeface="RadikalW03-Regular" panose="01000000000000000000" pitchFamily="2" charset="0"/>
            </a:endParaRPr>
          </a:p>
        </p:txBody>
      </p:sp>
      <p:sp>
        <p:nvSpPr>
          <p:cNvPr id="13" name="Shape 10"/>
          <p:cNvSpPr/>
          <p:nvPr/>
        </p:nvSpPr>
        <p:spPr>
          <a:xfrm>
            <a:off x="853440" y="4328160"/>
            <a:ext cx="73152" cy="914400"/>
          </a:xfrm>
          <a:prstGeom prst="rect">
            <a:avLst/>
          </a:prstGeom>
          <a:solidFill>
            <a:srgbClr val="0073CF"/>
          </a:solidFill>
          <a:ln/>
        </p:spPr>
        <p:txBody>
          <a:bodyPr/>
          <a:lstStyle/>
          <a:p>
            <a:endParaRPr lang="en-US" sz="1867">
              <a:latin typeface="RadikalW03-Regular" panose="01000000000000000000" pitchFamily="2" charset="0"/>
            </a:endParaRPr>
          </a:p>
        </p:txBody>
      </p:sp>
      <p:pic>
        <p:nvPicPr>
          <p:cNvPr id="14" name="Image 1" descr="preencoded.png"/>
          <p:cNvPicPr>
            <a:picLocks noChangeAspect="1"/>
          </p:cNvPicPr>
          <p:nvPr/>
        </p:nvPicPr>
        <p:blipFill>
          <a:blip r:embed="rId4"/>
          <a:stretch>
            <a:fillRect/>
          </a:stretch>
        </p:blipFill>
        <p:spPr>
          <a:xfrm>
            <a:off x="1158240" y="4474464"/>
            <a:ext cx="390144" cy="390144"/>
          </a:xfrm>
          <a:prstGeom prst="rect">
            <a:avLst/>
          </a:prstGeom>
        </p:spPr>
      </p:pic>
      <p:sp>
        <p:nvSpPr>
          <p:cNvPr id="15" name="Text 11"/>
          <p:cNvSpPr/>
          <p:nvPr/>
        </p:nvSpPr>
        <p:spPr>
          <a:xfrm>
            <a:off x="1767840" y="4425696"/>
            <a:ext cx="4267200" cy="365760"/>
          </a:xfrm>
          <a:prstGeom prst="rect">
            <a:avLst/>
          </a:prstGeom>
          <a:noFill/>
          <a:ln/>
        </p:spPr>
        <p:txBody>
          <a:bodyPr wrap="square" lIns="0" tIns="0" rIns="0" bIns="0" rtlCol="0" anchor="ctr"/>
          <a:lstStyle/>
          <a:p>
            <a:r>
              <a:rPr lang="en-US" sz="1600" b="1">
                <a:solidFill>
                  <a:srgbClr val="1A1A2E"/>
                </a:solidFill>
                <a:latin typeface="RadikalW03-Regular" panose="01000000000000000000" pitchFamily="2" charset="0"/>
                <a:ea typeface="Trebuchet MS" pitchFamily="34" charset="-122"/>
                <a:cs typeface="Trebuchet MS" pitchFamily="34" charset="-120"/>
              </a:rPr>
              <a:t>Structured Output</a:t>
            </a:r>
            <a:endParaRPr lang="en-US" sz="1600">
              <a:latin typeface="RadikalW03-Regular" panose="01000000000000000000" pitchFamily="2" charset="0"/>
            </a:endParaRPr>
          </a:p>
        </p:txBody>
      </p:sp>
      <p:sp>
        <p:nvSpPr>
          <p:cNvPr id="16" name="Text 12"/>
          <p:cNvSpPr/>
          <p:nvPr/>
        </p:nvSpPr>
        <p:spPr>
          <a:xfrm>
            <a:off x="1767840" y="4776651"/>
            <a:ext cx="4267200" cy="365760"/>
          </a:xfrm>
          <a:prstGeom prst="rect">
            <a:avLst/>
          </a:prstGeom>
          <a:noFill/>
          <a:ln/>
        </p:spPr>
        <p:txBody>
          <a:bodyPr wrap="square" lIns="0" tIns="0" rIns="0" bIns="0" rtlCol="0" anchor="ctr"/>
          <a:lstStyle/>
          <a:p>
            <a:pPr>
              <a:lnSpc>
                <a:spcPct val="120000"/>
              </a:lnSpc>
            </a:pPr>
            <a:r>
              <a:rPr lang="en-US" sz="1200">
                <a:solidFill>
                  <a:srgbClr val="4A5568"/>
                </a:solidFill>
                <a:latin typeface="RadikalW03-Regular" panose="01000000000000000000" pitchFamily="2" charset="0"/>
                <a:ea typeface="Calibri" pitchFamily="34" charset="-122"/>
                <a:cs typeface="Calibri" pitchFamily="34" charset="-120"/>
              </a:rPr>
              <a:t>Schema-validated responses ensure consistent, well-formatted summaries every time</a:t>
            </a:r>
            <a:endParaRPr lang="en-US" sz="1200">
              <a:latin typeface="RadikalW03-Regular" panose="01000000000000000000" pitchFamily="2" charset="0"/>
            </a:endParaRPr>
          </a:p>
        </p:txBody>
      </p:sp>
      <p:sp>
        <p:nvSpPr>
          <p:cNvPr id="17" name="Shape 13"/>
          <p:cNvSpPr/>
          <p:nvPr/>
        </p:nvSpPr>
        <p:spPr>
          <a:xfrm>
            <a:off x="853440" y="5340096"/>
            <a:ext cx="5486400" cy="914400"/>
          </a:xfrm>
          <a:prstGeom prst="rect">
            <a:avLst/>
          </a:prstGeom>
          <a:solidFill>
            <a:srgbClr val="F7F8FA"/>
          </a:solidFill>
          <a:ln/>
        </p:spPr>
        <p:txBody>
          <a:bodyPr/>
          <a:lstStyle/>
          <a:p>
            <a:endParaRPr lang="en-US" sz="1867">
              <a:latin typeface="RadikalW03-Regular" panose="01000000000000000000" pitchFamily="2" charset="0"/>
            </a:endParaRPr>
          </a:p>
        </p:txBody>
      </p:sp>
      <p:sp>
        <p:nvSpPr>
          <p:cNvPr id="18" name="Shape 14"/>
          <p:cNvSpPr/>
          <p:nvPr/>
        </p:nvSpPr>
        <p:spPr>
          <a:xfrm>
            <a:off x="853440" y="5340096"/>
            <a:ext cx="73152" cy="914400"/>
          </a:xfrm>
          <a:prstGeom prst="rect">
            <a:avLst/>
          </a:prstGeom>
          <a:solidFill>
            <a:srgbClr val="0073CF"/>
          </a:solidFill>
          <a:ln/>
        </p:spPr>
        <p:txBody>
          <a:bodyPr/>
          <a:lstStyle/>
          <a:p>
            <a:endParaRPr lang="en-US" sz="1867">
              <a:latin typeface="RadikalW03-Regular" panose="01000000000000000000" pitchFamily="2" charset="0"/>
            </a:endParaRPr>
          </a:p>
        </p:txBody>
      </p:sp>
      <p:pic>
        <p:nvPicPr>
          <p:cNvPr id="19" name="Image 2" descr="preencoded.png"/>
          <p:cNvPicPr>
            <a:picLocks noChangeAspect="1"/>
          </p:cNvPicPr>
          <p:nvPr/>
        </p:nvPicPr>
        <p:blipFill>
          <a:blip r:embed="rId5"/>
          <a:stretch>
            <a:fillRect/>
          </a:stretch>
        </p:blipFill>
        <p:spPr>
          <a:xfrm>
            <a:off x="1158240" y="5486400"/>
            <a:ext cx="390144" cy="390144"/>
          </a:xfrm>
          <a:prstGeom prst="rect">
            <a:avLst/>
          </a:prstGeom>
        </p:spPr>
      </p:pic>
      <p:sp>
        <p:nvSpPr>
          <p:cNvPr id="20" name="Text 15"/>
          <p:cNvSpPr/>
          <p:nvPr/>
        </p:nvSpPr>
        <p:spPr>
          <a:xfrm>
            <a:off x="1767840" y="5437632"/>
            <a:ext cx="4267200" cy="365760"/>
          </a:xfrm>
          <a:prstGeom prst="rect">
            <a:avLst/>
          </a:prstGeom>
          <a:noFill/>
          <a:ln/>
        </p:spPr>
        <p:txBody>
          <a:bodyPr wrap="square" lIns="0" tIns="0" rIns="0" bIns="0" rtlCol="0" anchor="ctr"/>
          <a:lstStyle/>
          <a:p>
            <a:r>
              <a:rPr lang="en-US" sz="1600" b="1">
                <a:solidFill>
                  <a:srgbClr val="1A1A2E"/>
                </a:solidFill>
                <a:latin typeface="RadikalW03-Regular" panose="01000000000000000000" pitchFamily="2" charset="0"/>
                <a:ea typeface="Trebuchet MS" pitchFamily="34" charset="-122"/>
                <a:cs typeface="Trebuchet MS" pitchFamily="34" charset="-120"/>
              </a:rPr>
              <a:t>Dual-Field Architecture</a:t>
            </a:r>
            <a:endParaRPr lang="en-US" sz="1600">
              <a:latin typeface="RadikalW03-Regular" panose="01000000000000000000" pitchFamily="2" charset="0"/>
            </a:endParaRPr>
          </a:p>
        </p:txBody>
      </p:sp>
      <p:sp>
        <p:nvSpPr>
          <p:cNvPr id="21" name="Text 16"/>
          <p:cNvSpPr/>
          <p:nvPr/>
        </p:nvSpPr>
        <p:spPr>
          <a:xfrm>
            <a:off x="1767840" y="5788587"/>
            <a:ext cx="4267200" cy="365760"/>
          </a:xfrm>
          <a:prstGeom prst="rect">
            <a:avLst/>
          </a:prstGeom>
          <a:noFill/>
          <a:ln/>
        </p:spPr>
        <p:txBody>
          <a:bodyPr wrap="square" lIns="0" tIns="0" rIns="0" bIns="0" rtlCol="0" anchor="ctr"/>
          <a:lstStyle/>
          <a:p>
            <a:pPr>
              <a:lnSpc>
                <a:spcPct val="120000"/>
              </a:lnSpc>
            </a:pPr>
            <a:r>
              <a:rPr lang="en-US" sz="1200">
                <a:solidFill>
                  <a:srgbClr val="4A5568"/>
                </a:solidFill>
                <a:latin typeface="RadikalW03-Regular" panose="01000000000000000000" pitchFamily="2" charset="0"/>
                <a:ea typeface="Calibri" pitchFamily="34" charset="-122"/>
                <a:cs typeface="Calibri" pitchFamily="34" charset="-120"/>
              </a:rPr>
              <a:t>Raw inputs preserved alongside AI-polished summaries</a:t>
            </a:r>
            <a:endParaRPr lang="en-US" sz="1200">
              <a:latin typeface="RadikalW03-Regular" panose="01000000000000000000" pitchFamily="2" charset="0"/>
            </a:endParaRPr>
          </a:p>
        </p:txBody>
      </p:sp>
      <p:sp>
        <p:nvSpPr>
          <p:cNvPr id="22" name="Text 17"/>
          <p:cNvSpPr/>
          <p:nvPr/>
        </p:nvSpPr>
        <p:spPr>
          <a:xfrm>
            <a:off x="6705600" y="1584960"/>
            <a:ext cx="4876800" cy="487680"/>
          </a:xfrm>
          <a:prstGeom prst="rect">
            <a:avLst/>
          </a:prstGeom>
          <a:noFill/>
          <a:ln/>
        </p:spPr>
        <p:txBody>
          <a:bodyPr wrap="square" lIns="0" tIns="0" rIns="0" bIns="0" rtlCol="0" anchor="ctr"/>
          <a:lstStyle/>
          <a:p>
            <a:r>
              <a:rPr lang="en-US" sz="2267" b="1">
                <a:solidFill>
                  <a:srgbClr val="1A1A2E"/>
                </a:solidFill>
                <a:latin typeface="RadikalW03-Regular" panose="01000000000000000000" pitchFamily="2" charset="0"/>
                <a:ea typeface="Trebuchet MS" pitchFamily="34" charset="-122"/>
                <a:cs typeface="Trebuchet MS" pitchFamily="34" charset="-120"/>
              </a:rPr>
              <a:t>Architecture</a:t>
            </a:r>
            <a:endParaRPr lang="en-US" sz="2267">
              <a:latin typeface="RadikalW03-Regular" panose="01000000000000000000" pitchFamily="2" charset="0"/>
            </a:endParaRPr>
          </a:p>
        </p:txBody>
      </p:sp>
      <p:sp>
        <p:nvSpPr>
          <p:cNvPr id="23" name="Shape 18"/>
          <p:cNvSpPr/>
          <p:nvPr/>
        </p:nvSpPr>
        <p:spPr>
          <a:xfrm>
            <a:off x="6705600" y="2255520"/>
            <a:ext cx="4876800" cy="755904"/>
          </a:xfrm>
          <a:prstGeom prst="rect">
            <a:avLst/>
          </a:prstGeom>
          <a:solidFill>
            <a:srgbClr val="003B6F"/>
          </a:solidFill>
          <a:ln/>
          <a:effectLst>
            <a:outerShdw blurRad="76200" dist="25400" dir="8100000" algn="bl" rotWithShape="0">
              <a:srgbClr val="000000">
                <a:alpha val="10000"/>
              </a:srgbClr>
            </a:outerShdw>
          </a:effectLst>
        </p:spPr>
        <p:txBody>
          <a:bodyPr/>
          <a:lstStyle/>
          <a:p>
            <a:endParaRPr lang="en-US" sz="1867">
              <a:latin typeface="RadikalW03-Regular" panose="01000000000000000000" pitchFamily="2" charset="0"/>
            </a:endParaRPr>
          </a:p>
        </p:txBody>
      </p:sp>
      <p:sp>
        <p:nvSpPr>
          <p:cNvPr id="24" name="Text 19"/>
          <p:cNvSpPr/>
          <p:nvPr/>
        </p:nvSpPr>
        <p:spPr>
          <a:xfrm>
            <a:off x="6949440" y="2316480"/>
            <a:ext cx="4389120" cy="390144"/>
          </a:xfrm>
          <a:prstGeom prst="rect">
            <a:avLst/>
          </a:prstGeom>
          <a:noFill/>
          <a:ln/>
        </p:spPr>
        <p:txBody>
          <a:bodyPr wrap="square" lIns="0" tIns="0" rIns="0" bIns="0" rtlCol="0" anchor="ctr"/>
          <a:lstStyle/>
          <a:p>
            <a:r>
              <a:rPr lang="en-US" sz="1533" b="1">
                <a:solidFill>
                  <a:srgbClr val="FFFFFF"/>
                </a:solidFill>
                <a:latin typeface="RadikalW03-Regular" panose="01000000000000000000" pitchFamily="2" charset="0"/>
                <a:ea typeface="Trebuchet MS" pitchFamily="34" charset="-122"/>
                <a:cs typeface="Trebuchet MS" pitchFamily="34" charset="-120"/>
              </a:rPr>
              <a:t>Next.js 14 + TypeScript</a:t>
            </a:r>
            <a:endParaRPr lang="en-US" sz="1533">
              <a:latin typeface="RadikalW03-Regular" panose="01000000000000000000" pitchFamily="2" charset="0"/>
            </a:endParaRPr>
          </a:p>
        </p:txBody>
      </p:sp>
      <p:sp>
        <p:nvSpPr>
          <p:cNvPr id="25" name="Text 20"/>
          <p:cNvSpPr/>
          <p:nvPr/>
        </p:nvSpPr>
        <p:spPr>
          <a:xfrm>
            <a:off x="6949440" y="2657856"/>
            <a:ext cx="4389120" cy="304800"/>
          </a:xfrm>
          <a:prstGeom prst="rect">
            <a:avLst/>
          </a:prstGeom>
          <a:noFill/>
          <a:ln/>
        </p:spPr>
        <p:txBody>
          <a:bodyPr wrap="square" lIns="0" tIns="0" rIns="0" bIns="0" rtlCol="0" anchor="ctr"/>
          <a:lstStyle/>
          <a:p>
            <a:r>
              <a:rPr lang="en-US" sz="1200">
                <a:solidFill>
                  <a:srgbClr val="D0E8FF"/>
                </a:solidFill>
                <a:latin typeface="RadikalW03-Regular" panose="01000000000000000000" pitchFamily="2" charset="0"/>
                <a:ea typeface="Calibri" pitchFamily="34" charset="-122"/>
                <a:cs typeface="Calibri" pitchFamily="34" charset="-120"/>
              </a:rPr>
              <a:t>App Router, React Context</a:t>
            </a:r>
            <a:endParaRPr lang="en-US" sz="1200">
              <a:latin typeface="RadikalW03-Regular" panose="01000000000000000000" pitchFamily="2" charset="0"/>
            </a:endParaRPr>
          </a:p>
        </p:txBody>
      </p:sp>
      <p:sp>
        <p:nvSpPr>
          <p:cNvPr id="26" name="Shape 21"/>
          <p:cNvSpPr/>
          <p:nvPr/>
        </p:nvSpPr>
        <p:spPr>
          <a:xfrm>
            <a:off x="6705600" y="3133344"/>
            <a:ext cx="4876800" cy="755904"/>
          </a:xfrm>
          <a:prstGeom prst="rect">
            <a:avLst/>
          </a:prstGeom>
          <a:solidFill>
            <a:srgbClr val="1A5A99"/>
          </a:solidFill>
          <a:ln/>
          <a:effectLst>
            <a:outerShdw blurRad="76200" dist="25400" dir="8100000" algn="bl" rotWithShape="0">
              <a:srgbClr val="000000">
                <a:alpha val="10000"/>
              </a:srgbClr>
            </a:outerShdw>
          </a:effectLst>
        </p:spPr>
        <p:txBody>
          <a:bodyPr/>
          <a:lstStyle/>
          <a:p>
            <a:endParaRPr lang="en-US" sz="1867">
              <a:latin typeface="RadikalW03-Regular" panose="01000000000000000000" pitchFamily="2" charset="0"/>
            </a:endParaRPr>
          </a:p>
        </p:txBody>
      </p:sp>
      <p:sp>
        <p:nvSpPr>
          <p:cNvPr id="27" name="Text 22"/>
          <p:cNvSpPr/>
          <p:nvPr/>
        </p:nvSpPr>
        <p:spPr>
          <a:xfrm>
            <a:off x="6949440" y="3194304"/>
            <a:ext cx="4389120" cy="390144"/>
          </a:xfrm>
          <a:prstGeom prst="rect">
            <a:avLst/>
          </a:prstGeom>
          <a:noFill/>
          <a:ln/>
        </p:spPr>
        <p:txBody>
          <a:bodyPr wrap="square" lIns="0" tIns="0" rIns="0" bIns="0" rtlCol="0" anchor="ctr"/>
          <a:lstStyle/>
          <a:p>
            <a:r>
              <a:rPr lang="en-US" sz="1533" b="1">
                <a:solidFill>
                  <a:srgbClr val="FFFFFF"/>
                </a:solidFill>
                <a:latin typeface="RadikalW03-Regular" panose="01000000000000000000" pitchFamily="2" charset="0"/>
                <a:ea typeface="Trebuchet MS" pitchFamily="34" charset="-122"/>
                <a:cs typeface="Trebuchet MS" pitchFamily="34" charset="-120"/>
              </a:rPr>
              <a:t>Tailwind CSS + shadcn/ui</a:t>
            </a:r>
            <a:endParaRPr lang="en-US" sz="1533">
              <a:latin typeface="RadikalW03-Regular" panose="01000000000000000000" pitchFamily="2" charset="0"/>
            </a:endParaRPr>
          </a:p>
        </p:txBody>
      </p:sp>
      <p:sp>
        <p:nvSpPr>
          <p:cNvPr id="28" name="Text 23"/>
          <p:cNvSpPr/>
          <p:nvPr/>
        </p:nvSpPr>
        <p:spPr>
          <a:xfrm>
            <a:off x="6949440" y="3535680"/>
            <a:ext cx="4389120" cy="304800"/>
          </a:xfrm>
          <a:prstGeom prst="rect">
            <a:avLst/>
          </a:prstGeom>
          <a:noFill/>
          <a:ln/>
        </p:spPr>
        <p:txBody>
          <a:bodyPr wrap="square" lIns="0" tIns="0" rIns="0" bIns="0" rtlCol="0" anchor="ctr"/>
          <a:lstStyle/>
          <a:p>
            <a:r>
              <a:rPr lang="en-US" sz="1200">
                <a:solidFill>
                  <a:srgbClr val="D0E8FF"/>
                </a:solidFill>
                <a:latin typeface="RadikalW03-Regular" panose="01000000000000000000" pitchFamily="2" charset="0"/>
                <a:ea typeface="Calibri" pitchFamily="34" charset="-122"/>
                <a:cs typeface="Calibri" pitchFamily="34" charset="-120"/>
              </a:rPr>
              <a:t>-branded components</a:t>
            </a:r>
            <a:endParaRPr lang="en-US" sz="1200">
              <a:latin typeface="RadikalW03-Regular" panose="01000000000000000000" pitchFamily="2" charset="0"/>
            </a:endParaRPr>
          </a:p>
        </p:txBody>
      </p:sp>
      <p:sp>
        <p:nvSpPr>
          <p:cNvPr id="29" name="Shape 24"/>
          <p:cNvSpPr/>
          <p:nvPr/>
        </p:nvSpPr>
        <p:spPr>
          <a:xfrm>
            <a:off x="6705600" y="4011168"/>
            <a:ext cx="4876800" cy="755904"/>
          </a:xfrm>
          <a:prstGeom prst="rect">
            <a:avLst/>
          </a:prstGeom>
          <a:solidFill>
            <a:srgbClr val="0073CF"/>
          </a:solidFill>
          <a:ln/>
          <a:effectLst>
            <a:outerShdw blurRad="76200" dist="25400" dir="8100000" algn="bl" rotWithShape="0">
              <a:srgbClr val="000000">
                <a:alpha val="10000"/>
              </a:srgbClr>
            </a:outerShdw>
          </a:effectLst>
        </p:spPr>
        <p:txBody>
          <a:bodyPr/>
          <a:lstStyle/>
          <a:p>
            <a:endParaRPr lang="en-US" sz="1867">
              <a:latin typeface="RadikalW03-Regular" panose="01000000000000000000" pitchFamily="2" charset="0"/>
            </a:endParaRPr>
          </a:p>
        </p:txBody>
      </p:sp>
      <p:sp>
        <p:nvSpPr>
          <p:cNvPr id="30" name="Text 25"/>
          <p:cNvSpPr/>
          <p:nvPr/>
        </p:nvSpPr>
        <p:spPr>
          <a:xfrm>
            <a:off x="6949440" y="4072128"/>
            <a:ext cx="4389120" cy="390144"/>
          </a:xfrm>
          <a:prstGeom prst="rect">
            <a:avLst/>
          </a:prstGeom>
          <a:noFill/>
          <a:ln/>
        </p:spPr>
        <p:txBody>
          <a:bodyPr wrap="square" lIns="0" tIns="0" rIns="0" bIns="0" rtlCol="0" anchor="ctr"/>
          <a:lstStyle/>
          <a:p>
            <a:r>
              <a:rPr lang="en-US" sz="1533" b="1">
                <a:solidFill>
                  <a:srgbClr val="FFFFFF"/>
                </a:solidFill>
                <a:latin typeface="RadikalW03-Regular" panose="01000000000000000000" pitchFamily="2" charset="0"/>
                <a:ea typeface="Trebuchet MS" pitchFamily="34" charset="-122"/>
                <a:cs typeface="Trebuchet MS" pitchFamily="34" charset="-120"/>
              </a:rPr>
              <a:t>AI Integration Layer</a:t>
            </a:r>
            <a:endParaRPr lang="en-US" sz="1533">
              <a:latin typeface="RadikalW03-Regular" panose="01000000000000000000" pitchFamily="2" charset="0"/>
            </a:endParaRPr>
          </a:p>
        </p:txBody>
      </p:sp>
      <p:sp>
        <p:nvSpPr>
          <p:cNvPr id="31" name="Text 26"/>
          <p:cNvSpPr/>
          <p:nvPr/>
        </p:nvSpPr>
        <p:spPr>
          <a:xfrm>
            <a:off x="6949440" y="4413504"/>
            <a:ext cx="4389120" cy="304800"/>
          </a:xfrm>
          <a:prstGeom prst="rect">
            <a:avLst/>
          </a:prstGeom>
          <a:noFill/>
          <a:ln/>
        </p:spPr>
        <p:txBody>
          <a:bodyPr wrap="square" lIns="0" tIns="0" rIns="0" bIns="0" rtlCol="0" anchor="ctr"/>
          <a:lstStyle/>
          <a:p>
            <a:r>
              <a:rPr lang="en-US" sz="1200">
                <a:solidFill>
                  <a:srgbClr val="D0E8FF"/>
                </a:solidFill>
                <a:latin typeface="RadikalW03-Regular" panose="01000000000000000000" pitchFamily="2" charset="0"/>
                <a:ea typeface="Calibri" pitchFamily="34" charset="-122"/>
                <a:cs typeface="Calibri" pitchFamily="34" charset="-120"/>
              </a:rPr>
              <a:t>Structured, validated responses from approved LLM</a:t>
            </a:r>
            <a:endParaRPr lang="en-US" sz="1200">
              <a:latin typeface="RadikalW03-Regular" panose="01000000000000000000" pitchFamily="2" charset="0"/>
            </a:endParaRPr>
          </a:p>
        </p:txBody>
      </p:sp>
      <p:sp>
        <p:nvSpPr>
          <p:cNvPr id="32" name="Shape 27"/>
          <p:cNvSpPr/>
          <p:nvPr/>
        </p:nvSpPr>
        <p:spPr>
          <a:xfrm>
            <a:off x="6705600" y="4888992"/>
            <a:ext cx="4876800" cy="755904"/>
          </a:xfrm>
          <a:prstGeom prst="rect">
            <a:avLst/>
          </a:prstGeom>
          <a:solidFill>
            <a:srgbClr val="2D8AC7"/>
          </a:solidFill>
          <a:ln/>
          <a:effectLst>
            <a:outerShdw blurRad="76200" dist="25400" dir="8100000" algn="bl" rotWithShape="0">
              <a:srgbClr val="000000">
                <a:alpha val="10000"/>
              </a:srgbClr>
            </a:outerShdw>
          </a:effectLst>
        </p:spPr>
        <p:txBody>
          <a:bodyPr/>
          <a:lstStyle/>
          <a:p>
            <a:endParaRPr lang="en-US" sz="1867">
              <a:latin typeface="RadikalW03-Regular" panose="01000000000000000000" pitchFamily="2" charset="0"/>
            </a:endParaRPr>
          </a:p>
        </p:txBody>
      </p:sp>
      <p:sp>
        <p:nvSpPr>
          <p:cNvPr id="33" name="Text 28"/>
          <p:cNvSpPr/>
          <p:nvPr/>
        </p:nvSpPr>
        <p:spPr>
          <a:xfrm>
            <a:off x="6949440" y="4949952"/>
            <a:ext cx="4389120" cy="390144"/>
          </a:xfrm>
          <a:prstGeom prst="rect">
            <a:avLst/>
          </a:prstGeom>
          <a:noFill/>
          <a:ln/>
        </p:spPr>
        <p:txBody>
          <a:bodyPr wrap="square" lIns="0" tIns="0" rIns="0" bIns="0" rtlCol="0" anchor="ctr"/>
          <a:lstStyle/>
          <a:p>
            <a:r>
              <a:rPr lang="en-US" sz="1533" b="1">
                <a:solidFill>
                  <a:srgbClr val="FFFFFF"/>
                </a:solidFill>
                <a:latin typeface="RadikalW03-Regular" panose="01000000000000000000" pitchFamily="2" charset="0"/>
                <a:ea typeface="Trebuchet MS" pitchFamily="34" charset="-122"/>
                <a:cs typeface="Trebuchet MS" pitchFamily="34" charset="-120"/>
              </a:rPr>
              <a:t>LLM Engine</a:t>
            </a:r>
            <a:endParaRPr lang="en-US" sz="1533">
              <a:latin typeface="RadikalW03-Regular" panose="01000000000000000000" pitchFamily="2" charset="0"/>
            </a:endParaRPr>
          </a:p>
        </p:txBody>
      </p:sp>
      <p:sp>
        <p:nvSpPr>
          <p:cNvPr id="34" name="Text 29"/>
          <p:cNvSpPr/>
          <p:nvPr/>
        </p:nvSpPr>
        <p:spPr>
          <a:xfrm>
            <a:off x="6949440" y="5291328"/>
            <a:ext cx="4389120" cy="304800"/>
          </a:xfrm>
          <a:prstGeom prst="rect">
            <a:avLst/>
          </a:prstGeom>
          <a:noFill/>
          <a:ln/>
        </p:spPr>
        <p:txBody>
          <a:bodyPr wrap="square" lIns="0" tIns="0" rIns="0" bIns="0" rtlCol="0" anchor="ctr"/>
          <a:lstStyle/>
          <a:p>
            <a:r>
              <a:rPr lang="en-US" sz="1200">
                <a:solidFill>
                  <a:srgbClr val="D0E8FF"/>
                </a:solidFill>
                <a:latin typeface="RadikalW03-Regular" panose="01000000000000000000" pitchFamily="2" charset="0"/>
                <a:ea typeface="Calibri" pitchFamily="34" charset="-122"/>
                <a:cs typeface="Calibri" pitchFamily="34" charset="-120"/>
              </a:rPr>
              <a:t>Model agnostic. Adaptable to an approved endpoint</a:t>
            </a:r>
            <a:endParaRPr lang="en-US" sz="1200">
              <a:latin typeface="RadikalW03-Regular" panose="01000000000000000000" pitchFamily="2" charset="0"/>
            </a:endParaRPr>
          </a:p>
        </p:txBody>
      </p:sp>
      <p:sp>
        <p:nvSpPr>
          <p:cNvPr id="35" name="Shape 30"/>
          <p:cNvSpPr/>
          <p:nvPr/>
        </p:nvSpPr>
        <p:spPr>
          <a:xfrm>
            <a:off x="6705600" y="5766816"/>
            <a:ext cx="4876800" cy="755904"/>
          </a:xfrm>
          <a:prstGeom prst="rect">
            <a:avLst/>
          </a:prstGeom>
          <a:solidFill>
            <a:srgbClr val="0D9488"/>
          </a:solidFill>
          <a:ln/>
          <a:effectLst>
            <a:outerShdw blurRad="76200" dist="25400" dir="8100000" algn="bl" rotWithShape="0">
              <a:srgbClr val="000000">
                <a:alpha val="10000"/>
              </a:srgbClr>
            </a:outerShdw>
          </a:effectLst>
        </p:spPr>
        <p:txBody>
          <a:bodyPr/>
          <a:lstStyle/>
          <a:p>
            <a:endParaRPr lang="en-US" sz="1867">
              <a:latin typeface="RadikalW03-Regular" panose="01000000000000000000" pitchFamily="2" charset="0"/>
            </a:endParaRPr>
          </a:p>
        </p:txBody>
      </p:sp>
      <p:sp>
        <p:nvSpPr>
          <p:cNvPr id="36" name="Text 31"/>
          <p:cNvSpPr/>
          <p:nvPr/>
        </p:nvSpPr>
        <p:spPr>
          <a:xfrm>
            <a:off x="6949440" y="5827776"/>
            <a:ext cx="4389120" cy="390144"/>
          </a:xfrm>
          <a:prstGeom prst="rect">
            <a:avLst/>
          </a:prstGeom>
          <a:noFill/>
          <a:ln/>
        </p:spPr>
        <p:txBody>
          <a:bodyPr wrap="square" lIns="0" tIns="0" rIns="0" bIns="0" rtlCol="0" anchor="ctr"/>
          <a:lstStyle/>
          <a:p>
            <a:r>
              <a:rPr lang="en-US" sz="1533" b="1">
                <a:solidFill>
                  <a:srgbClr val="FFFFFF"/>
                </a:solidFill>
                <a:latin typeface="RadikalW03-Regular" panose="01000000000000000000" pitchFamily="2" charset="0"/>
                <a:ea typeface="Trebuchet MS" pitchFamily="34" charset="-122"/>
                <a:cs typeface="Trebuchet MS" pitchFamily="34" charset="-120"/>
              </a:rPr>
              <a:t>Flexible Deployment</a:t>
            </a:r>
            <a:endParaRPr lang="en-US" sz="1533">
              <a:latin typeface="RadikalW03-Regular" panose="01000000000000000000" pitchFamily="2" charset="0"/>
            </a:endParaRPr>
          </a:p>
        </p:txBody>
      </p:sp>
      <p:sp>
        <p:nvSpPr>
          <p:cNvPr id="37" name="Text 32"/>
          <p:cNvSpPr/>
          <p:nvPr/>
        </p:nvSpPr>
        <p:spPr>
          <a:xfrm>
            <a:off x="6949440" y="6169152"/>
            <a:ext cx="4389120" cy="304800"/>
          </a:xfrm>
          <a:prstGeom prst="rect">
            <a:avLst/>
          </a:prstGeom>
          <a:noFill/>
          <a:ln/>
        </p:spPr>
        <p:txBody>
          <a:bodyPr wrap="square" lIns="0" tIns="0" rIns="0" bIns="0" rtlCol="0" anchor="ctr"/>
          <a:lstStyle/>
          <a:p>
            <a:r>
              <a:rPr lang="en-US" sz="1200">
                <a:solidFill>
                  <a:srgbClr val="D0E8FF"/>
                </a:solidFill>
                <a:latin typeface="RadikalW03-Regular" panose="01000000000000000000" pitchFamily="2" charset="0"/>
                <a:ea typeface="Calibri" pitchFamily="34" charset="-122"/>
                <a:cs typeface="Calibri" pitchFamily="34" charset="-120"/>
              </a:rPr>
              <a:t>Containerized for on-prem, Cloud.gov, or GovCloud</a:t>
            </a:r>
            <a:endParaRPr lang="en-US" sz="1200">
              <a:latin typeface="RadikalW03-Regular" panose="01000000000000000000" pitchFamily="2" charset="0"/>
            </a:endParaRPr>
          </a:p>
        </p:txBody>
      </p:sp>
      <p:sp>
        <p:nvSpPr>
          <p:cNvPr id="42" name="Text 33"/>
          <p:cNvSpPr/>
          <p:nvPr/>
        </p:nvSpPr>
        <p:spPr>
          <a:xfrm>
            <a:off x="853440" y="6400800"/>
            <a:ext cx="6096000" cy="365760"/>
          </a:xfrm>
          <a:prstGeom prst="rect">
            <a:avLst/>
          </a:prstGeom>
          <a:noFill/>
          <a:ln/>
        </p:spPr>
        <p:txBody>
          <a:bodyPr wrap="square" lIns="0" tIns="0" rIns="0" bIns="0" rtlCol="0" anchor="ctr"/>
          <a:lstStyle/>
          <a:p>
            <a:r>
              <a:rPr lang="en-US" sz="1067">
                <a:solidFill>
                  <a:srgbClr val="4A5568"/>
                </a:solidFill>
                <a:latin typeface="RadikalW03-Regular" panose="01000000000000000000" pitchFamily="2" charset="0"/>
                <a:ea typeface="Calibri" pitchFamily="34" charset="-122"/>
                <a:cs typeface="Calibri" pitchFamily="34" charset="-120"/>
              </a:rPr>
              <a:t>© 2026 Packaged Agile, LLC. Proprietary and Confidential.</a:t>
            </a:r>
            <a:endParaRPr lang="en-US" sz="1067">
              <a:latin typeface="RadikalW03-Regular" panose="01000000000000000000"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003B6F"/>
          </a:solidFill>
          <a:ln/>
        </p:spPr>
        <p:txBody>
          <a:bodyPr/>
          <a:lstStyle/>
          <a:p>
            <a:endParaRPr lang="en-US" sz="1867">
              <a:latin typeface="RadikalW03-Regular" panose="01000000000000000000" pitchFamily="2" charset="0"/>
            </a:endParaRPr>
          </a:p>
        </p:txBody>
      </p:sp>
      <p:sp>
        <p:nvSpPr>
          <p:cNvPr id="3" name="Text 1"/>
          <p:cNvSpPr/>
          <p:nvPr/>
        </p:nvSpPr>
        <p:spPr>
          <a:xfrm>
            <a:off x="853440" y="182880"/>
            <a:ext cx="9753600" cy="609600"/>
          </a:xfrm>
          <a:prstGeom prst="rect">
            <a:avLst/>
          </a:prstGeom>
          <a:noFill/>
          <a:ln/>
        </p:spPr>
        <p:txBody>
          <a:bodyPr wrap="square" lIns="0" tIns="0" rIns="0" bIns="0" rtlCol="0" anchor="ctr"/>
          <a:lstStyle/>
          <a:p>
            <a:r>
              <a:rPr lang="en-US" sz="3467" b="1">
                <a:solidFill>
                  <a:srgbClr val="FFFFFF"/>
                </a:solidFill>
                <a:latin typeface="RadikalW03-Regular" panose="01000000000000000000" pitchFamily="2" charset="0"/>
                <a:ea typeface="Trebuchet MS" pitchFamily="34" charset="-122"/>
                <a:cs typeface="Trebuchet MS" pitchFamily="34" charset="-120"/>
              </a:rPr>
              <a:t>Administration Dashboard</a:t>
            </a:r>
            <a:endParaRPr lang="en-US" sz="3467">
              <a:latin typeface="RadikalW03-Regular" panose="01000000000000000000" pitchFamily="2" charset="0"/>
            </a:endParaRPr>
          </a:p>
        </p:txBody>
      </p:sp>
      <p:sp>
        <p:nvSpPr>
          <p:cNvPr id="4" name="Text 2"/>
          <p:cNvSpPr/>
          <p:nvPr/>
        </p:nvSpPr>
        <p:spPr>
          <a:xfrm>
            <a:off x="853440" y="731520"/>
            <a:ext cx="9753600" cy="365760"/>
          </a:xfrm>
          <a:prstGeom prst="rect">
            <a:avLst/>
          </a:prstGeom>
          <a:noFill/>
          <a:ln/>
        </p:spPr>
        <p:txBody>
          <a:bodyPr wrap="square" lIns="0" tIns="0" rIns="0" bIns="0" rtlCol="0" anchor="ctr"/>
          <a:lstStyle/>
          <a:p>
            <a:r>
              <a:rPr lang="en-US" sz="1467">
                <a:solidFill>
                  <a:srgbClr val="8BB8E8"/>
                </a:solidFill>
                <a:latin typeface="RadikalW03-Regular" panose="01000000000000000000" pitchFamily="2" charset="0"/>
                <a:ea typeface="Calibri" pitchFamily="34" charset="-122"/>
                <a:cs typeface="Calibri" pitchFamily="34" charset="-120"/>
              </a:rPr>
              <a:t>Real-time visibility into the idea pipeline, from draft through approval</a:t>
            </a:r>
            <a:endParaRPr lang="en-US" sz="1467">
              <a:latin typeface="RadikalW03-Regular" panose="01000000000000000000" pitchFamily="2" charset="0"/>
            </a:endParaRPr>
          </a:p>
        </p:txBody>
      </p:sp>
      <p:sp>
        <p:nvSpPr>
          <p:cNvPr id="5" name="Shape 3"/>
          <p:cNvSpPr/>
          <p:nvPr/>
        </p:nvSpPr>
        <p:spPr>
          <a:xfrm>
            <a:off x="670558" y="1584960"/>
            <a:ext cx="2560320" cy="1341120"/>
          </a:xfrm>
          <a:prstGeom prst="rect">
            <a:avLst/>
          </a:prstGeom>
          <a:solidFill>
            <a:srgbClr val="F7F8FA"/>
          </a:solidFill>
          <a:ln/>
          <a:effectLst>
            <a:outerShdw blurRad="76200" dist="25400" dir="8100000" algn="bl" rotWithShape="0">
              <a:srgbClr val="000000">
                <a:alpha val="10000"/>
              </a:srgbClr>
            </a:outerShdw>
          </a:effectLst>
        </p:spPr>
        <p:txBody>
          <a:bodyPr/>
          <a:lstStyle/>
          <a:p>
            <a:endParaRPr lang="en-US" sz="1867">
              <a:latin typeface="RadikalW03-Regular" panose="01000000000000000000" pitchFamily="2" charset="0"/>
            </a:endParaRPr>
          </a:p>
        </p:txBody>
      </p:sp>
      <p:sp>
        <p:nvSpPr>
          <p:cNvPr id="6" name="Shape 4"/>
          <p:cNvSpPr/>
          <p:nvPr/>
        </p:nvSpPr>
        <p:spPr>
          <a:xfrm>
            <a:off x="670558" y="1584960"/>
            <a:ext cx="2560320" cy="60960"/>
          </a:xfrm>
          <a:prstGeom prst="rect">
            <a:avLst/>
          </a:prstGeom>
          <a:solidFill>
            <a:srgbClr val="0073CF"/>
          </a:solidFill>
          <a:ln/>
        </p:spPr>
        <p:txBody>
          <a:bodyPr/>
          <a:lstStyle/>
          <a:p>
            <a:endParaRPr lang="en-US" sz="1867">
              <a:latin typeface="RadikalW03-Regular" panose="01000000000000000000" pitchFamily="2" charset="0"/>
            </a:endParaRPr>
          </a:p>
        </p:txBody>
      </p:sp>
      <p:sp>
        <p:nvSpPr>
          <p:cNvPr id="7" name="Text 5"/>
          <p:cNvSpPr/>
          <p:nvPr/>
        </p:nvSpPr>
        <p:spPr>
          <a:xfrm>
            <a:off x="670558" y="1767840"/>
            <a:ext cx="2560320" cy="548640"/>
          </a:xfrm>
          <a:prstGeom prst="rect">
            <a:avLst/>
          </a:prstGeom>
          <a:noFill/>
          <a:ln/>
        </p:spPr>
        <p:txBody>
          <a:bodyPr wrap="square" lIns="0" tIns="0" rIns="0" bIns="0" rtlCol="0" anchor="ctr"/>
          <a:lstStyle/>
          <a:p>
            <a:pPr algn="ctr"/>
            <a:r>
              <a:rPr lang="en-US" sz="3733" b="1">
                <a:solidFill>
                  <a:srgbClr val="003B6F"/>
                </a:solidFill>
                <a:latin typeface="RadikalW03-Regular" panose="01000000000000000000" pitchFamily="2" charset="0"/>
                <a:ea typeface="Trebuchet MS" pitchFamily="34" charset="-122"/>
                <a:cs typeface="Trebuchet MS" pitchFamily="34" charset="-120"/>
              </a:rPr>
              <a:t>128</a:t>
            </a:r>
            <a:endParaRPr lang="en-US" sz="3733">
              <a:latin typeface="RadikalW03-Regular" panose="01000000000000000000" pitchFamily="2" charset="0"/>
            </a:endParaRPr>
          </a:p>
        </p:txBody>
      </p:sp>
      <p:sp>
        <p:nvSpPr>
          <p:cNvPr id="8" name="Text 6"/>
          <p:cNvSpPr/>
          <p:nvPr/>
        </p:nvSpPr>
        <p:spPr>
          <a:xfrm>
            <a:off x="670558" y="2255520"/>
            <a:ext cx="2560320" cy="304800"/>
          </a:xfrm>
          <a:prstGeom prst="rect">
            <a:avLst/>
          </a:prstGeom>
          <a:noFill/>
          <a:ln/>
        </p:spPr>
        <p:txBody>
          <a:bodyPr wrap="square" lIns="0" tIns="0" rIns="0" bIns="0" rtlCol="0" anchor="ctr"/>
          <a:lstStyle/>
          <a:p>
            <a:pPr algn="ctr"/>
            <a:r>
              <a:rPr lang="en-US" sz="1333" b="1">
                <a:solidFill>
                  <a:srgbClr val="1A1A2E"/>
                </a:solidFill>
                <a:latin typeface="RadikalW03-Regular" panose="01000000000000000000" pitchFamily="2" charset="0"/>
                <a:ea typeface="Calibri" pitchFamily="34" charset="-122"/>
                <a:cs typeface="Calibri" pitchFamily="34" charset="-120"/>
              </a:rPr>
              <a:t>Total Submissions</a:t>
            </a:r>
            <a:endParaRPr lang="en-US" sz="1333">
              <a:latin typeface="RadikalW03-Regular" panose="01000000000000000000" pitchFamily="2" charset="0"/>
            </a:endParaRPr>
          </a:p>
        </p:txBody>
      </p:sp>
      <p:sp>
        <p:nvSpPr>
          <p:cNvPr id="9" name="Text 7"/>
          <p:cNvSpPr/>
          <p:nvPr/>
        </p:nvSpPr>
        <p:spPr>
          <a:xfrm>
            <a:off x="670558" y="2535936"/>
            <a:ext cx="2560320" cy="243840"/>
          </a:xfrm>
          <a:prstGeom prst="rect">
            <a:avLst/>
          </a:prstGeom>
          <a:noFill/>
          <a:ln/>
        </p:spPr>
        <p:txBody>
          <a:bodyPr wrap="square" lIns="0" tIns="0" rIns="0" bIns="0" rtlCol="0" anchor="ctr"/>
          <a:lstStyle/>
          <a:p>
            <a:pPr algn="ctr"/>
            <a:r>
              <a:rPr lang="en-US" sz="1133">
                <a:solidFill>
                  <a:srgbClr val="4A5568"/>
                </a:solidFill>
                <a:latin typeface="RadikalW03-Regular" panose="01000000000000000000" pitchFamily="2" charset="0"/>
                <a:ea typeface="Calibri" pitchFamily="34" charset="-122"/>
                <a:cs typeface="Calibri" pitchFamily="34" charset="-120"/>
              </a:rPr>
              <a:t>+12% from last month</a:t>
            </a:r>
            <a:endParaRPr lang="en-US" sz="1133">
              <a:latin typeface="RadikalW03-Regular" panose="01000000000000000000" pitchFamily="2" charset="0"/>
            </a:endParaRPr>
          </a:p>
        </p:txBody>
      </p:sp>
      <p:sp>
        <p:nvSpPr>
          <p:cNvPr id="10" name="Shape 8"/>
          <p:cNvSpPr/>
          <p:nvPr/>
        </p:nvSpPr>
        <p:spPr>
          <a:xfrm>
            <a:off x="3474718" y="1584960"/>
            <a:ext cx="2560320" cy="1341120"/>
          </a:xfrm>
          <a:prstGeom prst="rect">
            <a:avLst/>
          </a:prstGeom>
          <a:solidFill>
            <a:srgbClr val="F7F8FA"/>
          </a:solidFill>
          <a:ln/>
          <a:effectLst>
            <a:outerShdw blurRad="76200" dist="25400" dir="8100000" algn="bl" rotWithShape="0">
              <a:srgbClr val="000000">
                <a:alpha val="10000"/>
              </a:srgbClr>
            </a:outerShdw>
          </a:effectLst>
        </p:spPr>
        <p:txBody>
          <a:bodyPr/>
          <a:lstStyle/>
          <a:p>
            <a:endParaRPr lang="en-US" sz="1867">
              <a:latin typeface="RadikalW03-Regular" panose="01000000000000000000" pitchFamily="2" charset="0"/>
            </a:endParaRPr>
          </a:p>
        </p:txBody>
      </p:sp>
      <p:sp>
        <p:nvSpPr>
          <p:cNvPr id="11" name="Shape 9"/>
          <p:cNvSpPr/>
          <p:nvPr/>
        </p:nvSpPr>
        <p:spPr>
          <a:xfrm>
            <a:off x="3474718" y="1584960"/>
            <a:ext cx="2560320" cy="60960"/>
          </a:xfrm>
          <a:prstGeom prst="rect">
            <a:avLst/>
          </a:prstGeom>
          <a:solidFill>
            <a:srgbClr val="0073CF"/>
          </a:solidFill>
          <a:ln/>
        </p:spPr>
        <p:txBody>
          <a:bodyPr/>
          <a:lstStyle/>
          <a:p>
            <a:endParaRPr lang="en-US" sz="1867">
              <a:latin typeface="RadikalW03-Regular" panose="01000000000000000000" pitchFamily="2" charset="0"/>
            </a:endParaRPr>
          </a:p>
        </p:txBody>
      </p:sp>
      <p:sp>
        <p:nvSpPr>
          <p:cNvPr id="12" name="Text 10"/>
          <p:cNvSpPr/>
          <p:nvPr/>
        </p:nvSpPr>
        <p:spPr>
          <a:xfrm>
            <a:off x="3474718" y="1767840"/>
            <a:ext cx="2560320" cy="548640"/>
          </a:xfrm>
          <a:prstGeom prst="rect">
            <a:avLst/>
          </a:prstGeom>
          <a:noFill/>
          <a:ln/>
        </p:spPr>
        <p:txBody>
          <a:bodyPr wrap="square" lIns="0" tIns="0" rIns="0" bIns="0" rtlCol="0" anchor="ctr"/>
          <a:lstStyle/>
          <a:p>
            <a:pPr algn="ctr"/>
            <a:r>
              <a:rPr lang="en-US" sz="3733" b="1">
                <a:solidFill>
                  <a:srgbClr val="003B6F"/>
                </a:solidFill>
                <a:latin typeface="RadikalW03-Regular" panose="01000000000000000000" pitchFamily="2" charset="0"/>
                <a:ea typeface="Trebuchet MS" pitchFamily="34" charset="-122"/>
                <a:cs typeface="Trebuchet MS" pitchFamily="34" charset="-120"/>
              </a:rPr>
              <a:t>78%</a:t>
            </a:r>
            <a:endParaRPr lang="en-US" sz="3733">
              <a:latin typeface="RadikalW03-Regular" panose="01000000000000000000" pitchFamily="2" charset="0"/>
            </a:endParaRPr>
          </a:p>
        </p:txBody>
      </p:sp>
      <p:sp>
        <p:nvSpPr>
          <p:cNvPr id="13" name="Text 11"/>
          <p:cNvSpPr/>
          <p:nvPr/>
        </p:nvSpPr>
        <p:spPr>
          <a:xfrm>
            <a:off x="3474718" y="2255520"/>
            <a:ext cx="2560320" cy="304800"/>
          </a:xfrm>
          <a:prstGeom prst="rect">
            <a:avLst/>
          </a:prstGeom>
          <a:noFill/>
          <a:ln/>
        </p:spPr>
        <p:txBody>
          <a:bodyPr wrap="square" lIns="0" tIns="0" rIns="0" bIns="0" rtlCol="0" anchor="ctr"/>
          <a:lstStyle/>
          <a:p>
            <a:pPr algn="ctr"/>
            <a:r>
              <a:rPr lang="en-US" sz="1333" b="1">
                <a:solidFill>
                  <a:srgbClr val="1A1A2E"/>
                </a:solidFill>
                <a:latin typeface="RadikalW03-Regular" panose="01000000000000000000" pitchFamily="2" charset="0"/>
                <a:ea typeface="Calibri" pitchFamily="34" charset="-122"/>
                <a:cs typeface="Calibri" pitchFamily="34" charset="-120"/>
              </a:rPr>
              <a:t>Success Rate</a:t>
            </a:r>
            <a:endParaRPr lang="en-US" sz="1333">
              <a:latin typeface="RadikalW03-Regular" panose="01000000000000000000" pitchFamily="2" charset="0"/>
            </a:endParaRPr>
          </a:p>
        </p:txBody>
      </p:sp>
      <p:sp>
        <p:nvSpPr>
          <p:cNvPr id="14" name="Text 12"/>
          <p:cNvSpPr/>
          <p:nvPr/>
        </p:nvSpPr>
        <p:spPr>
          <a:xfrm>
            <a:off x="3474718" y="2535936"/>
            <a:ext cx="2560320" cy="243840"/>
          </a:xfrm>
          <a:prstGeom prst="rect">
            <a:avLst/>
          </a:prstGeom>
          <a:noFill/>
          <a:ln/>
        </p:spPr>
        <p:txBody>
          <a:bodyPr wrap="square" lIns="0" tIns="0" rIns="0" bIns="0" rtlCol="0" anchor="ctr"/>
          <a:lstStyle/>
          <a:p>
            <a:pPr algn="ctr"/>
            <a:r>
              <a:rPr lang="en-US" sz="1133">
                <a:solidFill>
                  <a:srgbClr val="4A5568"/>
                </a:solidFill>
                <a:latin typeface="RadikalW03-Regular" panose="01000000000000000000" pitchFamily="2" charset="0"/>
                <a:ea typeface="Calibri" pitchFamily="34" charset="-122"/>
                <a:cs typeface="Calibri" pitchFamily="34" charset="-120"/>
              </a:rPr>
              <a:t>Approval to deployment</a:t>
            </a:r>
            <a:endParaRPr lang="en-US" sz="1133">
              <a:latin typeface="RadikalW03-Regular" panose="01000000000000000000" pitchFamily="2" charset="0"/>
            </a:endParaRPr>
          </a:p>
        </p:txBody>
      </p:sp>
      <p:sp>
        <p:nvSpPr>
          <p:cNvPr id="15" name="Shape 13"/>
          <p:cNvSpPr/>
          <p:nvPr/>
        </p:nvSpPr>
        <p:spPr>
          <a:xfrm>
            <a:off x="6278878" y="1584960"/>
            <a:ext cx="2560320" cy="1341120"/>
          </a:xfrm>
          <a:prstGeom prst="rect">
            <a:avLst/>
          </a:prstGeom>
          <a:solidFill>
            <a:srgbClr val="F7F8FA"/>
          </a:solidFill>
          <a:ln/>
          <a:effectLst>
            <a:outerShdw blurRad="76200" dist="25400" dir="8100000" algn="bl" rotWithShape="0">
              <a:srgbClr val="000000">
                <a:alpha val="10000"/>
              </a:srgbClr>
            </a:outerShdw>
          </a:effectLst>
        </p:spPr>
        <p:txBody>
          <a:bodyPr/>
          <a:lstStyle/>
          <a:p>
            <a:endParaRPr lang="en-US" sz="1867">
              <a:latin typeface="RadikalW03-Regular" panose="01000000000000000000" pitchFamily="2" charset="0"/>
            </a:endParaRPr>
          </a:p>
        </p:txBody>
      </p:sp>
      <p:sp>
        <p:nvSpPr>
          <p:cNvPr id="16" name="Shape 14"/>
          <p:cNvSpPr/>
          <p:nvPr/>
        </p:nvSpPr>
        <p:spPr>
          <a:xfrm>
            <a:off x="6278878" y="1584960"/>
            <a:ext cx="2560320" cy="60960"/>
          </a:xfrm>
          <a:prstGeom prst="rect">
            <a:avLst/>
          </a:prstGeom>
          <a:solidFill>
            <a:srgbClr val="0073CF"/>
          </a:solidFill>
          <a:ln/>
        </p:spPr>
        <p:txBody>
          <a:bodyPr/>
          <a:lstStyle/>
          <a:p>
            <a:endParaRPr lang="en-US" sz="1867">
              <a:latin typeface="RadikalW03-Regular" panose="01000000000000000000" pitchFamily="2" charset="0"/>
            </a:endParaRPr>
          </a:p>
        </p:txBody>
      </p:sp>
      <p:sp>
        <p:nvSpPr>
          <p:cNvPr id="17" name="Text 15"/>
          <p:cNvSpPr/>
          <p:nvPr/>
        </p:nvSpPr>
        <p:spPr>
          <a:xfrm>
            <a:off x="6278878" y="1767840"/>
            <a:ext cx="2560320" cy="548640"/>
          </a:xfrm>
          <a:prstGeom prst="rect">
            <a:avLst/>
          </a:prstGeom>
          <a:noFill/>
          <a:ln/>
        </p:spPr>
        <p:txBody>
          <a:bodyPr wrap="square" lIns="0" tIns="0" rIns="0" bIns="0" rtlCol="0" anchor="ctr"/>
          <a:lstStyle/>
          <a:p>
            <a:pPr algn="ctr"/>
            <a:r>
              <a:rPr lang="en-US" sz="3733" b="1">
                <a:solidFill>
                  <a:srgbClr val="003B6F"/>
                </a:solidFill>
                <a:latin typeface="RadikalW03-Regular" panose="01000000000000000000" pitchFamily="2" charset="0"/>
                <a:ea typeface="Trebuchet MS" pitchFamily="34" charset="-122"/>
                <a:cs typeface="Trebuchet MS" pitchFamily="34" charset="-120"/>
              </a:rPr>
              <a:t>12.5d</a:t>
            </a:r>
            <a:endParaRPr lang="en-US" sz="3733">
              <a:latin typeface="RadikalW03-Regular" panose="01000000000000000000" pitchFamily="2" charset="0"/>
            </a:endParaRPr>
          </a:p>
        </p:txBody>
      </p:sp>
      <p:sp>
        <p:nvSpPr>
          <p:cNvPr id="18" name="Text 16"/>
          <p:cNvSpPr/>
          <p:nvPr/>
        </p:nvSpPr>
        <p:spPr>
          <a:xfrm>
            <a:off x="6278878" y="2255520"/>
            <a:ext cx="2560320" cy="304800"/>
          </a:xfrm>
          <a:prstGeom prst="rect">
            <a:avLst/>
          </a:prstGeom>
          <a:noFill/>
          <a:ln/>
        </p:spPr>
        <p:txBody>
          <a:bodyPr wrap="square" lIns="0" tIns="0" rIns="0" bIns="0" rtlCol="0" anchor="ctr"/>
          <a:lstStyle/>
          <a:p>
            <a:pPr algn="ctr"/>
            <a:r>
              <a:rPr lang="en-US" sz="1333" b="1">
                <a:solidFill>
                  <a:srgbClr val="1A1A2E"/>
                </a:solidFill>
                <a:latin typeface="RadikalW03-Regular" panose="01000000000000000000" pitchFamily="2" charset="0"/>
                <a:ea typeface="Calibri" pitchFamily="34" charset="-122"/>
                <a:cs typeface="Calibri" pitchFamily="34" charset="-120"/>
              </a:rPr>
              <a:t>Avg. Completion</a:t>
            </a:r>
            <a:endParaRPr lang="en-US" sz="1333">
              <a:latin typeface="RadikalW03-Regular" panose="01000000000000000000" pitchFamily="2" charset="0"/>
            </a:endParaRPr>
          </a:p>
        </p:txBody>
      </p:sp>
      <p:sp>
        <p:nvSpPr>
          <p:cNvPr id="19" name="Text 17"/>
          <p:cNvSpPr/>
          <p:nvPr/>
        </p:nvSpPr>
        <p:spPr>
          <a:xfrm>
            <a:off x="6278878" y="2535936"/>
            <a:ext cx="2560320" cy="243840"/>
          </a:xfrm>
          <a:prstGeom prst="rect">
            <a:avLst/>
          </a:prstGeom>
          <a:noFill/>
          <a:ln/>
        </p:spPr>
        <p:txBody>
          <a:bodyPr wrap="square" lIns="0" tIns="0" rIns="0" bIns="0" rtlCol="0" anchor="ctr"/>
          <a:lstStyle/>
          <a:p>
            <a:pPr algn="ctr"/>
            <a:r>
              <a:rPr lang="en-US" sz="1133">
                <a:solidFill>
                  <a:srgbClr val="4A5568"/>
                </a:solidFill>
                <a:latin typeface="RadikalW03-Regular" panose="01000000000000000000" pitchFamily="2" charset="0"/>
                <a:ea typeface="Calibri" pitchFamily="34" charset="-122"/>
                <a:cs typeface="Calibri" pitchFamily="34" charset="-120"/>
              </a:rPr>
              <a:t>Draft to review</a:t>
            </a:r>
            <a:endParaRPr lang="en-US" sz="1133">
              <a:latin typeface="RadikalW03-Regular" panose="01000000000000000000" pitchFamily="2" charset="0"/>
            </a:endParaRPr>
          </a:p>
        </p:txBody>
      </p:sp>
      <p:sp>
        <p:nvSpPr>
          <p:cNvPr id="20" name="Shape 18"/>
          <p:cNvSpPr/>
          <p:nvPr/>
        </p:nvSpPr>
        <p:spPr>
          <a:xfrm>
            <a:off x="9083038" y="1584960"/>
            <a:ext cx="2560320" cy="1341120"/>
          </a:xfrm>
          <a:prstGeom prst="rect">
            <a:avLst/>
          </a:prstGeom>
          <a:solidFill>
            <a:srgbClr val="F7F8FA"/>
          </a:solidFill>
          <a:ln/>
          <a:effectLst>
            <a:outerShdw blurRad="76200" dist="25400" dir="8100000" algn="bl" rotWithShape="0">
              <a:srgbClr val="000000">
                <a:alpha val="10000"/>
              </a:srgbClr>
            </a:outerShdw>
          </a:effectLst>
        </p:spPr>
        <p:txBody>
          <a:bodyPr/>
          <a:lstStyle/>
          <a:p>
            <a:endParaRPr lang="en-US" sz="1867">
              <a:latin typeface="RadikalW03-Regular" panose="01000000000000000000" pitchFamily="2" charset="0"/>
            </a:endParaRPr>
          </a:p>
        </p:txBody>
      </p:sp>
      <p:sp>
        <p:nvSpPr>
          <p:cNvPr id="21" name="Shape 19"/>
          <p:cNvSpPr/>
          <p:nvPr/>
        </p:nvSpPr>
        <p:spPr>
          <a:xfrm>
            <a:off x="9083038" y="1584960"/>
            <a:ext cx="2560320" cy="60960"/>
          </a:xfrm>
          <a:prstGeom prst="rect">
            <a:avLst/>
          </a:prstGeom>
          <a:solidFill>
            <a:srgbClr val="0073CF"/>
          </a:solidFill>
          <a:ln/>
        </p:spPr>
        <p:txBody>
          <a:bodyPr/>
          <a:lstStyle/>
          <a:p>
            <a:endParaRPr lang="en-US" sz="1867">
              <a:latin typeface="RadikalW03-Regular" panose="01000000000000000000" pitchFamily="2" charset="0"/>
            </a:endParaRPr>
          </a:p>
        </p:txBody>
      </p:sp>
      <p:sp>
        <p:nvSpPr>
          <p:cNvPr id="22" name="Text 20"/>
          <p:cNvSpPr/>
          <p:nvPr/>
        </p:nvSpPr>
        <p:spPr>
          <a:xfrm>
            <a:off x="9083038" y="1767840"/>
            <a:ext cx="2560320" cy="548640"/>
          </a:xfrm>
          <a:prstGeom prst="rect">
            <a:avLst/>
          </a:prstGeom>
          <a:noFill/>
          <a:ln/>
        </p:spPr>
        <p:txBody>
          <a:bodyPr wrap="square" lIns="0" tIns="0" rIns="0" bIns="0" rtlCol="0" anchor="ctr"/>
          <a:lstStyle/>
          <a:p>
            <a:pPr algn="ctr"/>
            <a:r>
              <a:rPr lang="en-US" sz="3733" b="1">
                <a:solidFill>
                  <a:srgbClr val="003B6F"/>
                </a:solidFill>
                <a:latin typeface="RadikalW03-Regular" panose="01000000000000000000" pitchFamily="2" charset="0"/>
                <a:ea typeface="Trebuchet MS" pitchFamily="34" charset="-122"/>
                <a:cs typeface="Trebuchet MS" pitchFamily="34" charset="-120"/>
              </a:rPr>
              <a:t>4</a:t>
            </a:r>
            <a:endParaRPr lang="en-US" sz="3733">
              <a:latin typeface="RadikalW03-Regular" panose="01000000000000000000" pitchFamily="2" charset="0"/>
            </a:endParaRPr>
          </a:p>
        </p:txBody>
      </p:sp>
      <p:sp>
        <p:nvSpPr>
          <p:cNvPr id="23" name="Text 21"/>
          <p:cNvSpPr/>
          <p:nvPr/>
        </p:nvSpPr>
        <p:spPr>
          <a:xfrm>
            <a:off x="9083038" y="2255520"/>
            <a:ext cx="2560320" cy="304800"/>
          </a:xfrm>
          <a:prstGeom prst="rect">
            <a:avLst/>
          </a:prstGeom>
          <a:noFill/>
          <a:ln/>
        </p:spPr>
        <p:txBody>
          <a:bodyPr wrap="square" lIns="0" tIns="0" rIns="0" bIns="0" rtlCol="0" anchor="ctr"/>
          <a:lstStyle/>
          <a:p>
            <a:pPr algn="ctr"/>
            <a:r>
              <a:rPr lang="en-US" sz="1333" b="1">
                <a:solidFill>
                  <a:srgbClr val="1A1A2E"/>
                </a:solidFill>
                <a:latin typeface="RadikalW03-Regular" panose="01000000000000000000" pitchFamily="2" charset="0"/>
                <a:ea typeface="Calibri" pitchFamily="34" charset="-122"/>
                <a:cs typeface="Calibri" pitchFamily="34" charset="-120"/>
              </a:rPr>
              <a:t>Departments</a:t>
            </a:r>
            <a:endParaRPr lang="en-US" sz="1333">
              <a:latin typeface="RadikalW03-Regular" panose="01000000000000000000" pitchFamily="2" charset="0"/>
            </a:endParaRPr>
          </a:p>
        </p:txBody>
      </p:sp>
      <p:sp>
        <p:nvSpPr>
          <p:cNvPr id="24" name="Text 22"/>
          <p:cNvSpPr/>
          <p:nvPr/>
        </p:nvSpPr>
        <p:spPr>
          <a:xfrm>
            <a:off x="9083038" y="2535936"/>
            <a:ext cx="2560320" cy="243840"/>
          </a:xfrm>
          <a:prstGeom prst="rect">
            <a:avLst/>
          </a:prstGeom>
          <a:noFill/>
          <a:ln/>
        </p:spPr>
        <p:txBody>
          <a:bodyPr wrap="square" lIns="0" tIns="0" rIns="0" bIns="0" rtlCol="0" anchor="ctr"/>
          <a:lstStyle/>
          <a:p>
            <a:pPr algn="ctr"/>
            <a:r>
              <a:rPr lang="en-US" sz="1133">
                <a:solidFill>
                  <a:srgbClr val="4A5568"/>
                </a:solidFill>
                <a:latin typeface="RadikalW03-Regular" panose="01000000000000000000" pitchFamily="2" charset="0"/>
                <a:ea typeface="Calibri" pitchFamily="34" charset="-122"/>
                <a:cs typeface="Calibri" pitchFamily="34" charset="-120"/>
              </a:rPr>
              <a:t>Patents, TM, OCIO, OGC</a:t>
            </a:r>
            <a:endParaRPr lang="en-US" sz="1133">
              <a:latin typeface="RadikalW03-Regular" panose="01000000000000000000" pitchFamily="2" charset="0"/>
            </a:endParaRPr>
          </a:p>
        </p:txBody>
      </p:sp>
      <p:sp>
        <p:nvSpPr>
          <p:cNvPr id="25" name="Shape 23"/>
          <p:cNvSpPr/>
          <p:nvPr/>
        </p:nvSpPr>
        <p:spPr>
          <a:xfrm>
            <a:off x="670558" y="3352800"/>
            <a:ext cx="5242560" cy="2682240"/>
          </a:xfrm>
          <a:prstGeom prst="rect">
            <a:avLst/>
          </a:prstGeom>
          <a:solidFill>
            <a:srgbClr val="F7F8FA"/>
          </a:solidFill>
          <a:ln/>
          <a:effectLst>
            <a:outerShdw blurRad="76200" dist="25400" dir="8100000" algn="bl" rotWithShape="0">
              <a:srgbClr val="000000">
                <a:alpha val="10000"/>
              </a:srgbClr>
            </a:outerShdw>
          </a:effectLst>
        </p:spPr>
        <p:txBody>
          <a:bodyPr/>
          <a:lstStyle/>
          <a:p>
            <a:endParaRPr lang="en-US" sz="1867">
              <a:latin typeface="RadikalW03-Regular" panose="01000000000000000000" pitchFamily="2" charset="0"/>
            </a:endParaRPr>
          </a:p>
        </p:txBody>
      </p:sp>
      <p:sp>
        <p:nvSpPr>
          <p:cNvPr id="27" name="Text 24"/>
          <p:cNvSpPr/>
          <p:nvPr/>
        </p:nvSpPr>
        <p:spPr>
          <a:xfrm>
            <a:off x="670558" y="6096000"/>
            <a:ext cx="5242560" cy="304800"/>
          </a:xfrm>
          <a:prstGeom prst="rect">
            <a:avLst/>
          </a:prstGeom>
          <a:noFill/>
          <a:ln/>
        </p:spPr>
        <p:txBody>
          <a:bodyPr wrap="square" lIns="0" tIns="0" rIns="0" bIns="0" rtlCol="0" anchor="ctr"/>
          <a:lstStyle/>
          <a:p>
            <a:pPr algn="ctr"/>
            <a:r>
              <a:rPr lang="en-US" sz="1200" i="1">
                <a:solidFill>
                  <a:srgbClr val="4A5568"/>
                </a:solidFill>
                <a:latin typeface="RadikalW03-Regular" panose="01000000000000000000" pitchFamily="2" charset="0"/>
                <a:ea typeface="Calibri" pitchFamily="34" charset="-122"/>
                <a:cs typeface="Calibri" pitchFamily="34" charset="-120"/>
              </a:rPr>
              <a:t>Overview: KPIs, Activity &amp; Department Breakdown</a:t>
            </a:r>
            <a:endParaRPr lang="en-US" sz="1200">
              <a:latin typeface="RadikalW03-Regular" panose="01000000000000000000" pitchFamily="2" charset="0"/>
            </a:endParaRPr>
          </a:p>
        </p:txBody>
      </p:sp>
      <p:sp>
        <p:nvSpPr>
          <p:cNvPr id="28" name="Shape 25"/>
          <p:cNvSpPr/>
          <p:nvPr/>
        </p:nvSpPr>
        <p:spPr>
          <a:xfrm>
            <a:off x="6278878" y="3352800"/>
            <a:ext cx="5242560" cy="2682240"/>
          </a:xfrm>
          <a:prstGeom prst="rect">
            <a:avLst/>
          </a:prstGeom>
          <a:solidFill>
            <a:srgbClr val="F7F8FA"/>
          </a:solidFill>
          <a:ln/>
          <a:effectLst>
            <a:outerShdw blurRad="76200" dist="25400" dir="8100000" algn="bl" rotWithShape="0">
              <a:srgbClr val="000000">
                <a:alpha val="10000"/>
              </a:srgbClr>
            </a:outerShdw>
          </a:effectLst>
        </p:spPr>
        <p:txBody>
          <a:bodyPr/>
          <a:lstStyle/>
          <a:p>
            <a:endParaRPr lang="en-US" sz="1867">
              <a:latin typeface="RadikalW03-Regular" panose="01000000000000000000" pitchFamily="2" charset="0"/>
            </a:endParaRPr>
          </a:p>
        </p:txBody>
      </p:sp>
      <p:sp>
        <p:nvSpPr>
          <p:cNvPr id="30" name="Text 26"/>
          <p:cNvSpPr/>
          <p:nvPr/>
        </p:nvSpPr>
        <p:spPr>
          <a:xfrm>
            <a:off x="6278878" y="6096000"/>
            <a:ext cx="5242560" cy="304800"/>
          </a:xfrm>
          <a:prstGeom prst="rect">
            <a:avLst/>
          </a:prstGeom>
          <a:noFill/>
          <a:ln/>
        </p:spPr>
        <p:txBody>
          <a:bodyPr wrap="square" lIns="0" tIns="0" rIns="0" bIns="0" rtlCol="0" anchor="ctr"/>
          <a:lstStyle/>
          <a:p>
            <a:pPr algn="ctr"/>
            <a:r>
              <a:rPr lang="en-US" sz="1200" i="1">
                <a:solidFill>
                  <a:srgbClr val="4A5568"/>
                </a:solidFill>
                <a:latin typeface="RadikalW03-Regular" panose="01000000000000000000" pitchFamily="2" charset="0"/>
                <a:ea typeface="Calibri" pitchFamily="34" charset="-122"/>
                <a:cs typeface="Calibri" pitchFamily="34" charset="-120"/>
              </a:rPr>
              <a:t>All Drafts: Progress Tracking &amp; Status Management</a:t>
            </a:r>
            <a:endParaRPr lang="en-US" sz="1200">
              <a:latin typeface="RadikalW03-Regular" panose="01000000000000000000" pitchFamily="2" charset="0"/>
            </a:endParaRPr>
          </a:p>
        </p:txBody>
      </p:sp>
      <p:sp>
        <p:nvSpPr>
          <p:cNvPr id="31" name="Text 27"/>
          <p:cNvSpPr/>
          <p:nvPr/>
        </p:nvSpPr>
        <p:spPr>
          <a:xfrm>
            <a:off x="670558" y="6400800"/>
            <a:ext cx="6096000" cy="365760"/>
          </a:xfrm>
          <a:prstGeom prst="rect">
            <a:avLst/>
          </a:prstGeom>
          <a:noFill/>
          <a:ln/>
        </p:spPr>
        <p:txBody>
          <a:bodyPr wrap="square" lIns="0" tIns="0" rIns="0" bIns="0" rtlCol="0" anchor="ctr"/>
          <a:lstStyle/>
          <a:p>
            <a:r>
              <a:rPr lang="en-US" sz="1067">
                <a:solidFill>
                  <a:srgbClr val="4A5568"/>
                </a:solidFill>
                <a:latin typeface="RadikalW03-Regular" panose="01000000000000000000" pitchFamily="2" charset="0"/>
                <a:ea typeface="Calibri" pitchFamily="34" charset="-122"/>
                <a:cs typeface="Calibri" pitchFamily="34" charset="-120"/>
              </a:rPr>
              <a:t>© 2026 Packaged Agile, LLC. Proprietary and Confidential.</a:t>
            </a:r>
            <a:endParaRPr lang="en-US" sz="1067">
              <a:latin typeface="RadikalW03-Regular" panose="01000000000000000000" pitchFamily="2" charset="0"/>
            </a:endParaRPr>
          </a:p>
        </p:txBody>
      </p:sp>
      <p:pic>
        <p:nvPicPr>
          <p:cNvPr id="32" name="Picture 31" descr="slide5 admindashboard.png"/>
          <p:cNvPicPr>
            <a:picLocks noChangeAspect="1"/>
          </p:cNvPicPr>
          <p:nvPr/>
        </p:nvPicPr>
        <p:blipFill>
          <a:blip r:embed="rId5"/>
          <a:stretch>
            <a:fillRect/>
          </a:stretch>
        </p:blipFill>
        <p:spPr>
          <a:xfrm>
            <a:off x="1235454" y="3352800"/>
            <a:ext cx="4112768" cy="2682240"/>
          </a:xfrm>
          <a:prstGeom prst="rect">
            <a:avLst/>
          </a:prstGeom>
        </p:spPr>
      </p:pic>
      <p:pic>
        <p:nvPicPr>
          <p:cNvPr id="33" name="Picture 32" descr="slide4a.png"/>
          <p:cNvPicPr>
            <a:picLocks noChangeAspect="1"/>
          </p:cNvPicPr>
          <p:nvPr/>
        </p:nvPicPr>
        <p:blipFill>
          <a:blip r:embed="rId6"/>
          <a:stretch>
            <a:fillRect/>
          </a:stretch>
        </p:blipFill>
        <p:spPr>
          <a:xfrm>
            <a:off x="6745128" y="3352800"/>
            <a:ext cx="4310060" cy="26822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2000" cy="1219200"/>
          </a:xfrm>
          <a:prstGeom prst="rect">
            <a:avLst/>
          </a:prstGeom>
          <a:solidFill>
            <a:srgbClr val="003B6F"/>
          </a:solidFill>
          <a:ln/>
        </p:spPr>
        <p:txBody>
          <a:bodyPr/>
          <a:lstStyle/>
          <a:p>
            <a:endParaRPr lang="en-US">
              <a:latin typeface="RadikalW03-Regular" panose="01000000000000000000" pitchFamily="2" charset="0"/>
            </a:endParaRPr>
          </a:p>
        </p:txBody>
      </p:sp>
      <p:sp>
        <p:nvSpPr>
          <p:cNvPr id="3" name="Text 1"/>
          <p:cNvSpPr/>
          <p:nvPr/>
        </p:nvSpPr>
        <p:spPr>
          <a:xfrm>
            <a:off x="853440" y="182880"/>
            <a:ext cx="8534400" cy="609600"/>
          </a:xfrm>
          <a:prstGeom prst="rect">
            <a:avLst/>
          </a:prstGeom>
          <a:noFill/>
          <a:ln/>
        </p:spPr>
        <p:txBody>
          <a:bodyPr wrap="square" lIns="0" tIns="0" rIns="0" bIns="0" rtlCol="0" anchor="ctr"/>
          <a:lstStyle/>
          <a:p>
            <a:r>
              <a:rPr lang="en-US" sz="3467" b="1">
                <a:solidFill>
                  <a:srgbClr val="FFFFFF"/>
                </a:solidFill>
                <a:latin typeface="RadikalW03-Regular" panose="01000000000000000000" pitchFamily="2" charset="0"/>
                <a:ea typeface="Trebuchet MS" pitchFamily="34" charset="-122"/>
                <a:cs typeface="Trebuchet MS" pitchFamily="34" charset="-120"/>
              </a:rPr>
              <a:t>Delivery &amp; IP Model</a:t>
            </a:r>
            <a:endParaRPr lang="en-US" sz="3467">
              <a:latin typeface="RadikalW03-Regular" panose="01000000000000000000" pitchFamily="2" charset="0"/>
            </a:endParaRPr>
          </a:p>
        </p:txBody>
      </p:sp>
      <p:sp>
        <p:nvSpPr>
          <p:cNvPr id="4" name="Text 2"/>
          <p:cNvSpPr/>
          <p:nvPr/>
        </p:nvSpPr>
        <p:spPr>
          <a:xfrm>
            <a:off x="853440" y="731520"/>
            <a:ext cx="9753600" cy="365760"/>
          </a:xfrm>
          <a:prstGeom prst="rect">
            <a:avLst/>
          </a:prstGeom>
          <a:noFill/>
          <a:ln/>
        </p:spPr>
        <p:txBody>
          <a:bodyPr wrap="square" lIns="0" tIns="0" rIns="0" bIns="0" rtlCol="0" anchor="ctr"/>
          <a:lstStyle/>
          <a:p>
            <a:r>
              <a:rPr lang="en-US" sz="1467">
                <a:solidFill>
                  <a:srgbClr val="8BB8E8"/>
                </a:solidFill>
                <a:latin typeface="RadikalW03-Regular" panose="01000000000000000000" pitchFamily="2" charset="0"/>
                <a:ea typeface="Calibri" pitchFamily="34" charset="-122"/>
                <a:cs typeface="Calibri" pitchFamily="34" charset="-120"/>
              </a:rPr>
              <a:t>A supported commercial capability — without the open-source burden on your team</a:t>
            </a:r>
            <a:endParaRPr lang="en-US" sz="1467">
              <a:latin typeface="RadikalW03-Regular" panose="01000000000000000000" pitchFamily="2" charset="0"/>
            </a:endParaRPr>
          </a:p>
        </p:txBody>
      </p:sp>
      <p:sp>
        <p:nvSpPr>
          <p:cNvPr id="5" name="Text 3"/>
          <p:cNvSpPr/>
          <p:nvPr/>
        </p:nvSpPr>
        <p:spPr>
          <a:xfrm>
            <a:off x="853440" y="1335024"/>
            <a:ext cx="10485120" cy="487680"/>
          </a:xfrm>
          <a:prstGeom prst="rect">
            <a:avLst/>
          </a:prstGeom>
          <a:noFill/>
          <a:ln/>
        </p:spPr>
        <p:txBody>
          <a:bodyPr wrap="square" lIns="0" tIns="0" rIns="0" bIns="0" rtlCol="0" anchor="ctr"/>
          <a:lstStyle/>
          <a:p>
            <a:pPr>
              <a:lnSpc>
                <a:spcPct val="130000"/>
              </a:lnSpc>
            </a:pPr>
            <a:r>
              <a:rPr lang="en-US" sz="1333">
                <a:solidFill>
                  <a:srgbClr val="4A5568"/>
                </a:solidFill>
                <a:latin typeface="RadikalW03-Regular" panose="01000000000000000000" pitchFamily="2" charset="0"/>
                <a:ea typeface="Calibri" pitchFamily="34" charset="-122"/>
                <a:cs typeface="Calibri" pitchFamily="34" charset="-120"/>
              </a:rPr>
              <a:t>Delivered and operated as commercial software by Packaged Agile — your team brings requirements and access, not hands on the source. Because government staff never author or modify the code, it stays a commercial product, not CC0 public domain.</a:t>
            </a:r>
            <a:endParaRPr lang="en-US" sz="1333">
              <a:latin typeface="RadikalW03-Regular" panose="01000000000000000000" pitchFamily="2" charset="0"/>
            </a:endParaRPr>
          </a:p>
        </p:txBody>
      </p:sp>
      <p:sp>
        <p:nvSpPr>
          <p:cNvPr id="6" name="Shape 4"/>
          <p:cNvSpPr/>
          <p:nvPr/>
        </p:nvSpPr>
        <p:spPr>
          <a:xfrm>
            <a:off x="853440" y="1950720"/>
            <a:ext cx="3352800" cy="2438400"/>
          </a:xfrm>
          <a:prstGeom prst="rect">
            <a:avLst/>
          </a:prstGeom>
          <a:solidFill>
            <a:srgbClr val="E8F4FD"/>
          </a:solidFill>
          <a:ln/>
          <a:effectLst>
            <a:outerShdw blurRad="76200" dist="25400" dir="8100000" algn="bl" rotWithShape="0">
              <a:srgbClr val="000000">
                <a:alpha val="10000"/>
              </a:srgbClr>
            </a:outerShdw>
          </a:effectLst>
        </p:spPr>
        <p:txBody>
          <a:bodyPr/>
          <a:lstStyle/>
          <a:p>
            <a:endParaRPr lang="en-US">
              <a:latin typeface="RadikalW03-Regular" panose="01000000000000000000" pitchFamily="2" charset="0"/>
            </a:endParaRPr>
          </a:p>
        </p:txBody>
      </p:sp>
      <p:sp>
        <p:nvSpPr>
          <p:cNvPr id="7" name="Shape 5"/>
          <p:cNvSpPr/>
          <p:nvPr/>
        </p:nvSpPr>
        <p:spPr>
          <a:xfrm>
            <a:off x="853440" y="1950720"/>
            <a:ext cx="3352800" cy="73152"/>
          </a:xfrm>
          <a:prstGeom prst="rect">
            <a:avLst/>
          </a:prstGeom>
          <a:solidFill>
            <a:srgbClr val="0A4D82"/>
          </a:solidFill>
          <a:ln/>
        </p:spPr>
        <p:txBody>
          <a:bodyPr/>
          <a:lstStyle/>
          <a:p>
            <a:endParaRPr lang="en-US">
              <a:latin typeface="RadikalW03-Regular" panose="01000000000000000000" pitchFamily="2" charset="0"/>
            </a:endParaRPr>
          </a:p>
        </p:txBody>
      </p:sp>
      <p:sp>
        <p:nvSpPr>
          <p:cNvPr id="8" name="Text 6"/>
          <p:cNvSpPr/>
          <p:nvPr/>
        </p:nvSpPr>
        <p:spPr>
          <a:xfrm>
            <a:off x="1036320" y="2097024"/>
            <a:ext cx="1219200" cy="243840"/>
          </a:xfrm>
          <a:prstGeom prst="rect">
            <a:avLst/>
          </a:prstGeom>
          <a:noFill/>
          <a:ln/>
        </p:spPr>
        <p:txBody>
          <a:bodyPr wrap="square" lIns="0" tIns="0" rIns="0" bIns="0" rtlCol="0" anchor="ctr"/>
          <a:lstStyle/>
          <a:p>
            <a:r>
              <a:rPr lang="en-US" sz="1200" b="1">
                <a:solidFill>
                  <a:srgbClr val="0A4D82"/>
                </a:solidFill>
                <a:latin typeface="RadikalW03-Regular" panose="01000000000000000000" pitchFamily="2" charset="0"/>
                <a:ea typeface="Calibri" pitchFamily="34" charset="-122"/>
                <a:cs typeface="Calibri" pitchFamily="34" charset="-120"/>
              </a:rPr>
              <a:t>Delivery</a:t>
            </a:r>
            <a:endParaRPr lang="en-US" sz="1200">
              <a:latin typeface="RadikalW03-Regular" panose="01000000000000000000" pitchFamily="2" charset="0"/>
            </a:endParaRPr>
          </a:p>
        </p:txBody>
      </p:sp>
      <p:sp>
        <p:nvSpPr>
          <p:cNvPr id="9" name="Text 7"/>
          <p:cNvSpPr/>
          <p:nvPr/>
        </p:nvSpPr>
        <p:spPr>
          <a:xfrm>
            <a:off x="1036320" y="2316480"/>
            <a:ext cx="2987040" cy="341376"/>
          </a:xfrm>
          <a:prstGeom prst="rect">
            <a:avLst/>
          </a:prstGeom>
          <a:noFill/>
          <a:ln/>
        </p:spPr>
        <p:txBody>
          <a:bodyPr wrap="square" lIns="0" tIns="0" rIns="0" bIns="0" rtlCol="0" anchor="ctr"/>
          <a:lstStyle/>
          <a:p>
            <a:r>
              <a:rPr lang="en-US" sz="1867" b="1">
                <a:solidFill>
                  <a:srgbClr val="1A1A2E"/>
                </a:solidFill>
                <a:latin typeface="RadikalW03-Regular" panose="01000000000000000000" pitchFamily="2" charset="0"/>
                <a:ea typeface="Trebuchet MS" pitchFamily="34" charset="-122"/>
                <a:cs typeface="Trebuchet MS" pitchFamily="34" charset="-120"/>
              </a:rPr>
              <a:t>We build and run it</a:t>
            </a:r>
            <a:endParaRPr lang="en-US" sz="1867">
              <a:latin typeface="RadikalW03-Regular" panose="01000000000000000000" pitchFamily="2" charset="0"/>
            </a:endParaRPr>
          </a:p>
        </p:txBody>
      </p:sp>
      <p:sp>
        <p:nvSpPr>
          <p:cNvPr id="10" name="Text 8"/>
          <p:cNvSpPr/>
          <p:nvPr/>
        </p:nvSpPr>
        <p:spPr>
          <a:xfrm>
            <a:off x="1036320" y="2633472"/>
            <a:ext cx="2987040" cy="219456"/>
          </a:xfrm>
          <a:prstGeom prst="rect">
            <a:avLst/>
          </a:prstGeom>
          <a:noFill/>
          <a:ln/>
        </p:spPr>
        <p:txBody>
          <a:bodyPr wrap="square" lIns="0" tIns="0" rIns="0" bIns="0" rtlCol="0" anchor="ctr"/>
          <a:lstStyle/>
          <a:p>
            <a:r>
              <a:rPr lang="en-US" sz="1200" i="1">
                <a:solidFill>
                  <a:srgbClr val="4A5568"/>
                </a:solidFill>
                <a:latin typeface="RadikalW03-Regular" panose="01000000000000000000" pitchFamily="2" charset="0"/>
                <a:ea typeface="Calibri" pitchFamily="34" charset="-122"/>
                <a:cs typeface="Calibri" pitchFamily="34" charset="-120"/>
              </a:rPr>
              <a:t>Vendor-operated</a:t>
            </a:r>
            <a:endParaRPr lang="en-US" sz="1200">
              <a:latin typeface="RadikalW03-Regular" panose="01000000000000000000" pitchFamily="2" charset="0"/>
            </a:endParaRPr>
          </a:p>
        </p:txBody>
      </p:sp>
      <p:sp>
        <p:nvSpPr>
          <p:cNvPr id="11" name="Text 9"/>
          <p:cNvSpPr/>
          <p:nvPr/>
        </p:nvSpPr>
        <p:spPr>
          <a:xfrm>
            <a:off x="1036320" y="2901696"/>
            <a:ext cx="2987040" cy="1341120"/>
          </a:xfrm>
          <a:prstGeom prst="rect">
            <a:avLst/>
          </a:prstGeom>
          <a:noFill/>
          <a:ln/>
        </p:spPr>
        <p:txBody>
          <a:bodyPr wrap="square" lIns="0" tIns="0" rIns="0" bIns="0" rtlCol="0" anchor="ctr"/>
          <a:lstStyle/>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Delivered as a commercial item (GSA MAS schedule)</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Packaged Agile owns the engineering and sustainment</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Runs inside your accredited boundary (GovCloud)</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Wired to your SSO and your approved model (Bedrock IL4/5)</a:t>
            </a:r>
            <a:endParaRPr lang="en-US" sz="1067">
              <a:latin typeface="RadikalW03-Regular" panose="01000000000000000000" pitchFamily="2" charset="0"/>
            </a:endParaRPr>
          </a:p>
        </p:txBody>
      </p:sp>
      <p:sp>
        <p:nvSpPr>
          <p:cNvPr id="12" name="Text 10"/>
          <p:cNvSpPr/>
          <p:nvPr/>
        </p:nvSpPr>
        <p:spPr>
          <a:xfrm>
            <a:off x="4230624" y="2987040"/>
            <a:ext cx="219456" cy="365760"/>
          </a:xfrm>
          <a:prstGeom prst="rect">
            <a:avLst/>
          </a:prstGeom>
          <a:noFill/>
          <a:ln/>
        </p:spPr>
        <p:txBody>
          <a:bodyPr wrap="square" lIns="0" tIns="0" rIns="0" bIns="0" rtlCol="0" anchor="ctr"/>
          <a:lstStyle/>
          <a:p>
            <a:pPr algn="ctr"/>
            <a:r>
              <a:rPr lang="en-US" sz="1867">
                <a:solidFill>
                  <a:srgbClr val="0073CF"/>
                </a:solidFill>
                <a:latin typeface="RadikalW03-Regular" panose="01000000000000000000" pitchFamily="2" charset="0"/>
                <a:ea typeface="Calibri" pitchFamily="34" charset="-122"/>
                <a:cs typeface="Calibri" pitchFamily="34" charset="-120"/>
              </a:rPr>
              <a:t>▸</a:t>
            </a:r>
            <a:endParaRPr lang="en-US" sz="1867">
              <a:latin typeface="RadikalW03-Regular" panose="01000000000000000000" pitchFamily="2" charset="0"/>
            </a:endParaRPr>
          </a:p>
        </p:txBody>
      </p:sp>
      <p:sp>
        <p:nvSpPr>
          <p:cNvPr id="13" name="Shape 11"/>
          <p:cNvSpPr/>
          <p:nvPr/>
        </p:nvSpPr>
        <p:spPr>
          <a:xfrm>
            <a:off x="4450080" y="1950720"/>
            <a:ext cx="3352800" cy="2438400"/>
          </a:xfrm>
          <a:prstGeom prst="rect">
            <a:avLst/>
          </a:prstGeom>
          <a:solidFill>
            <a:srgbClr val="E6F4F1"/>
          </a:solidFill>
          <a:ln/>
          <a:effectLst>
            <a:outerShdw blurRad="76200" dist="25400" dir="8100000" algn="bl" rotWithShape="0">
              <a:srgbClr val="000000">
                <a:alpha val="10000"/>
              </a:srgbClr>
            </a:outerShdw>
          </a:effectLst>
        </p:spPr>
        <p:txBody>
          <a:bodyPr/>
          <a:lstStyle/>
          <a:p>
            <a:endParaRPr lang="en-US">
              <a:latin typeface="RadikalW03-Regular" panose="01000000000000000000" pitchFamily="2" charset="0"/>
            </a:endParaRPr>
          </a:p>
        </p:txBody>
      </p:sp>
      <p:sp>
        <p:nvSpPr>
          <p:cNvPr id="14" name="Shape 12"/>
          <p:cNvSpPr/>
          <p:nvPr/>
        </p:nvSpPr>
        <p:spPr>
          <a:xfrm>
            <a:off x="4450080" y="1950720"/>
            <a:ext cx="3352800" cy="73152"/>
          </a:xfrm>
          <a:prstGeom prst="rect">
            <a:avLst/>
          </a:prstGeom>
          <a:solidFill>
            <a:srgbClr val="0D6EAA"/>
          </a:solidFill>
          <a:ln/>
        </p:spPr>
        <p:txBody>
          <a:bodyPr/>
          <a:lstStyle/>
          <a:p>
            <a:endParaRPr lang="en-US">
              <a:latin typeface="RadikalW03-Regular" panose="01000000000000000000" pitchFamily="2" charset="0"/>
            </a:endParaRPr>
          </a:p>
        </p:txBody>
      </p:sp>
      <p:sp>
        <p:nvSpPr>
          <p:cNvPr id="15" name="Text 13"/>
          <p:cNvSpPr/>
          <p:nvPr/>
        </p:nvSpPr>
        <p:spPr>
          <a:xfrm>
            <a:off x="4632960" y="2097024"/>
            <a:ext cx="1219200" cy="243840"/>
          </a:xfrm>
          <a:prstGeom prst="rect">
            <a:avLst/>
          </a:prstGeom>
          <a:noFill/>
          <a:ln/>
        </p:spPr>
        <p:txBody>
          <a:bodyPr wrap="square" lIns="0" tIns="0" rIns="0" bIns="0" rtlCol="0" anchor="ctr"/>
          <a:lstStyle/>
          <a:p>
            <a:r>
              <a:rPr lang="en-US" sz="1200" b="1">
                <a:solidFill>
                  <a:srgbClr val="0D6EAA"/>
                </a:solidFill>
                <a:latin typeface="RadikalW03-Regular" panose="01000000000000000000" pitchFamily="2" charset="0"/>
                <a:ea typeface="Calibri" pitchFamily="34" charset="-122"/>
                <a:cs typeface="Calibri" pitchFamily="34" charset="-120"/>
              </a:rPr>
              <a:t>Intellectual property</a:t>
            </a:r>
            <a:endParaRPr lang="en-US" sz="1200">
              <a:latin typeface="RadikalW03-Regular" panose="01000000000000000000" pitchFamily="2" charset="0"/>
            </a:endParaRPr>
          </a:p>
        </p:txBody>
      </p:sp>
      <p:sp>
        <p:nvSpPr>
          <p:cNvPr id="16" name="Text 14"/>
          <p:cNvSpPr/>
          <p:nvPr/>
        </p:nvSpPr>
        <p:spPr>
          <a:xfrm>
            <a:off x="4632960" y="2316480"/>
            <a:ext cx="2987040" cy="341376"/>
          </a:xfrm>
          <a:prstGeom prst="rect">
            <a:avLst/>
          </a:prstGeom>
          <a:noFill/>
          <a:ln/>
        </p:spPr>
        <p:txBody>
          <a:bodyPr wrap="square" lIns="0" tIns="0" rIns="0" bIns="0" rtlCol="0" anchor="ctr"/>
          <a:lstStyle/>
          <a:p>
            <a:r>
              <a:rPr lang="en-US" sz="1867" b="1">
                <a:solidFill>
                  <a:srgbClr val="1A1A2E"/>
                </a:solidFill>
                <a:latin typeface="RadikalW03-Regular" panose="01000000000000000000" pitchFamily="2" charset="0"/>
                <a:ea typeface="Trebuchet MS" pitchFamily="34" charset="-122"/>
                <a:cs typeface="Trebuchet MS" pitchFamily="34" charset="-120"/>
              </a:rPr>
              <a:t>Stays commercial</a:t>
            </a:r>
            <a:endParaRPr lang="en-US" sz="1867">
              <a:latin typeface="RadikalW03-Regular" panose="01000000000000000000" pitchFamily="2" charset="0"/>
            </a:endParaRPr>
          </a:p>
        </p:txBody>
      </p:sp>
      <p:sp>
        <p:nvSpPr>
          <p:cNvPr id="17" name="Text 15"/>
          <p:cNvSpPr/>
          <p:nvPr/>
        </p:nvSpPr>
        <p:spPr>
          <a:xfrm>
            <a:off x="4632960" y="2633472"/>
            <a:ext cx="2987040" cy="219456"/>
          </a:xfrm>
          <a:prstGeom prst="rect">
            <a:avLst/>
          </a:prstGeom>
          <a:noFill/>
          <a:ln/>
        </p:spPr>
        <p:txBody>
          <a:bodyPr wrap="square" lIns="0" tIns="0" rIns="0" bIns="0" rtlCol="0" anchor="ctr"/>
          <a:lstStyle/>
          <a:p>
            <a:r>
              <a:rPr lang="en-US" sz="1200" i="1">
                <a:solidFill>
                  <a:srgbClr val="4A5568"/>
                </a:solidFill>
                <a:latin typeface="RadikalW03-Regular" panose="01000000000000000000" pitchFamily="2" charset="0"/>
                <a:ea typeface="Calibri" pitchFamily="34" charset="-122"/>
                <a:cs typeface="Calibri" pitchFamily="34" charset="-120"/>
              </a:rPr>
              <a:t>No CC0 exposure</a:t>
            </a:r>
            <a:endParaRPr lang="en-US" sz="1200">
              <a:latin typeface="RadikalW03-Regular" panose="01000000000000000000" pitchFamily="2" charset="0"/>
            </a:endParaRPr>
          </a:p>
        </p:txBody>
      </p:sp>
      <p:sp>
        <p:nvSpPr>
          <p:cNvPr id="18" name="Text 16"/>
          <p:cNvSpPr/>
          <p:nvPr/>
        </p:nvSpPr>
        <p:spPr>
          <a:xfrm>
            <a:off x="4632960" y="2901696"/>
            <a:ext cx="2987040" cy="1341120"/>
          </a:xfrm>
          <a:prstGeom prst="rect">
            <a:avLst/>
          </a:prstGeom>
          <a:noFill/>
          <a:ln/>
        </p:spPr>
        <p:txBody>
          <a:bodyPr wrap="square" lIns="0" tIns="0" rIns="0" bIns="0" rtlCol="0" anchor="ctr"/>
          <a:lstStyle/>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Your staff don't write or modify the source</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So the code isn't government-authored — no automatic CC0</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You receive a license to use and operate it</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We retain and continuously improve the codebase</a:t>
            </a:r>
            <a:endParaRPr lang="en-US" sz="1067">
              <a:latin typeface="RadikalW03-Regular" panose="01000000000000000000" pitchFamily="2" charset="0"/>
            </a:endParaRPr>
          </a:p>
        </p:txBody>
      </p:sp>
      <p:sp>
        <p:nvSpPr>
          <p:cNvPr id="19" name="Text 17"/>
          <p:cNvSpPr/>
          <p:nvPr/>
        </p:nvSpPr>
        <p:spPr>
          <a:xfrm>
            <a:off x="7827264" y="2987040"/>
            <a:ext cx="219456" cy="365760"/>
          </a:xfrm>
          <a:prstGeom prst="rect">
            <a:avLst/>
          </a:prstGeom>
          <a:noFill/>
          <a:ln/>
        </p:spPr>
        <p:txBody>
          <a:bodyPr wrap="square" lIns="0" tIns="0" rIns="0" bIns="0" rtlCol="0" anchor="ctr"/>
          <a:lstStyle/>
          <a:p>
            <a:pPr algn="ctr"/>
            <a:r>
              <a:rPr lang="en-US" sz="1867">
                <a:solidFill>
                  <a:srgbClr val="0073CF"/>
                </a:solidFill>
                <a:latin typeface="RadikalW03-Regular" panose="01000000000000000000" pitchFamily="2" charset="0"/>
                <a:ea typeface="Calibri" pitchFamily="34" charset="-122"/>
                <a:cs typeface="Calibri" pitchFamily="34" charset="-120"/>
              </a:rPr>
              <a:t>▸</a:t>
            </a:r>
            <a:endParaRPr lang="en-US" sz="1867">
              <a:latin typeface="RadikalW03-Regular" panose="01000000000000000000" pitchFamily="2" charset="0"/>
            </a:endParaRPr>
          </a:p>
        </p:txBody>
      </p:sp>
      <p:sp>
        <p:nvSpPr>
          <p:cNvPr id="20" name="Shape 18"/>
          <p:cNvSpPr/>
          <p:nvPr/>
        </p:nvSpPr>
        <p:spPr>
          <a:xfrm>
            <a:off x="8046720" y="1950720"/>
            <a:ext cx="3352800" cy="2438400"/>
          </a:xfrm>
          <a:prstGeom prst="rect">
            <a:avLst/>
          </a:prstGeom>
          <a:solidFill>
            <a:srgbClr val="E8FAF6"/>
          </a:solidFill>
          <a:ln/>
          <a:effectLst>
            <a:outerShdw blurRad="76200" dist="25400" dir="8100000" algn="bl" rotWithShape="0">
              <a:srgbClr val="000000">
                <a:alpha val="10000"/>
              </a:srgbClr>
            </a:outerShdw>
          </a:effectLst>
        </p:spPr>
        <p:txBody>
          <a:bodyPr/>
          <a:lstStyle/>
          <a:p>
            <a:endParaRPr lang="en-US">
              <a:latin typeface="RadikalW03-Regular" panose="01000000000000000000" pitchFamily="2" charset="0"/>
            </a:endParaRPr>
          </a:p>
        </p:txBody>
      </p:sp>
      <p:sp>
        <p:nvSpPr>
          <p:cNvPr id="21" name="Shape 19"/>
          <p:cNvSpPr/>
          <p:nvPr/>
        </p:nvSpPr>
        <p:spPr>
          <a:xfrm>
            <a:off x="8046720" y="1950720"/>
            <a:ext cx="3352800" cy="73152"/>
          </a:xfrm>
          <a:prstGeom prst="rect">
            <a:avLst/>
          </a:prstGeom>
          <a:solidFill>
            <a:srgbClr val="0D9488"/>
          </a:solidFill>
          <a:ln/>
        </p:spPr>
        <p:txBody>
          <a:bodyPr/>
          <a:lstStyle/>
          <a:p>
            <a:endParaRPr lang="en-US">
              <a:latin typeface="RadikalW03-Regular" panose="01000000000000000000" pitchFamily="2" charset="0"/>
            </a:endParaRPr>
          </a:p>
        </p:txBody>
      </p:sp>
      <p:sp>
        <p:nvSpPr>
          <p:cNvPr id="22" name="Text 20"/>
          <p:cNvSpPr/>
          <p:nvPr/>
        </p:nvSpPr>
        <p:spPr>
          <a:xfrm>
            <a:off x="8229600" y="2097024"/>
            <a:ext cx="1219200" cy="243840"/>
          </a:xfrm>
          <a:prstGeom prst="rect">
            <a:avLst/>
          </a:prstGeom>
          <a:noFill/>
          <a:ln/>
        </p:spPr>
        <p:txBody>
          <a:bodyPr wrap="square" lIns="0" tIns="0" rIns="0" bIns="0" rtlCol="0" anchor="ctr"/>
          <a:lstStyle/>
          <a:p>
            <a:r>
              <a:rPr lang="en-US" sz="1200" b="1">
                <a:solidFill>
                  <a:srgbClr val="0D9488"/>
                </a:solidFill>
                <a:latin typeface="RadikalW03-Regular" panose="01000000000000000000" pitchFamily="2" charset="0"/>
                <a:ea typeface="Calibri" pitchFamily="34" charset="-122"/>
                <a:cs typeface="Calibri" pitchFamily="34" charset="-120"/>
              </a:rPr>
              <a:t>Your team</a:t>
            </a:r>
            <a:endParaRPr lang="en-US" sz="1200">
              <a:latin typeface="RadikalW03-Regular" panose="01000000000000000000" pitchFamily="2" charset="0"/>
            </a:endParaRPr>
          </a:p>
        </p:txBody>
      </p:sp>
      <p:sp>
        <p:nvSpPr>
          <p:cNvPr id="23" name="Text 21"/>
          <p:cNvSpPr/>
          <p:nvPr/>
        </p:nvSpPr>
        <p:spPr>
          <a:xfrm>
            <a:off x="8229600" y="2316480"/>
            <a:ext cx="2987040" cy="341376"/>
          </a:xfrm>
          <a:prstGeom prst="rect">
            <a:avLst/>
          </a:prstGeom>
          <a:noFill/>
          <a:ln/>
        </p:spPr>
        <p:txBody>
          <a:bodyPr wrap="square" lIns="0" tIns="0" rIns="0" bIns="0" rtlCol="0" anchor="ctr"/>
          <a:lstStyle/>
          <a:p>
            <a:r>
              <a:rPr lang="en-US" sz="1867" b="1" dirty="0">
                <a:solidFill>
                  <a:srgbClr val="1A1A2E"/>
                </a:solidFill>
                <a:latin typeface="RadikalW03-Regular" panose="01000000000000000000" pitchFamily="2" charset="0"/>
                <a:ea typeface="Trebuchet MS" pitchFamily="34" charset="-122"/>
                <a:cs typeface="Trebuchet MS" pitchFamily="34" charset="-120"/>
              </a:rPr>
              <a:t>Requirements, not engineering</a:t>
            </a:r>
            <a:endParaRPr lang="en-US" sz="1867" dirty="0">
              <a:latin typeface="RadikalW03-Regular" panose="01000000000000000000" pitchFamily="2" charset="0"/>
            </a:endParaRPr>
          </a:p>
        </p:txBody>
      </p:sp>
      <p:sp>
        <p:nvSpPr>
          <p:cNvPr id="24" name="Text 22"/>
          <p:cNvSpPr/>
          <p:nvPr/>
        </p:nvSpPr>
        <p:spPr>
          <a:xfrm>
            <a:off x="8229600" y="2633472"/>
            <a:ext cx="2987040" cy="219456"/>
          </a:xfrm>
          <a:prstGeom prst="rect">
            <a:avLst/>
          </a:prstGeom>
          <a:noFill/>
          <a:ln/>
        </p:spPr>
        <p:txBody>
          <a:bodyPr wrap="square" lIns="0" tIns="0" rIns="0" bIns="0" rtlCol="0" anchor="ctr"/>
          <a:lstStyle/>
          <a:p>
            <a:r>
              <a:rPr lang="en-US" sz="1200" i="1">
                <a:solidFill>
                  <a:srgbClr val="4A5568"/>
                </a:solidFill>
                <a:latin typeface="RadikalW03-Regular" panose="01000000000000000000" pitchFamily="2" charset="0"/>
                <a:ea typeface="Calibri" pitchFamily="34" charset="-122"/>
                <a:cs typeface="Calibri" pitchFamily="34" charset="-120"/>
              </a:rPr>
              <a:t>Nothing to inherit</a:t>
            </a:r>
            <a:endParaRPr lang="en-US" sz="1200">
              <a:latin typeface="RadikalW03-Regular" panose="01000000000000000000" pitchFamily="2" charset="0"/>
            </a:endParaRPr>
          </a:p>
        </p:txBody>
      </p:sp>
      <p:sp>
        <p:nvSpPr>
          <p:cNvPr id="25" name="Text 23"/>
          <p:cNvSpPr/>
          <p:nvPr/>
        </p:nvSpPr>
        <p:spPr>
          <a:xfrm>
            <a:off x="8229600" y="2901696"/>
            <a:ext cx="2987040" cy="1341120"/>
          </a:xfrm>
          <a:prstGeom prst="rect">
            <a:avLst/>
          </a:prstGeom>
          <a:noFill/>
          <a:ln/>
        </p:spPr>
        <p:txBody>
          <a:bodyPr wrap="square" lIns="0" tIns="0" rIns="0" bIns="0" rtlCol="0" anchor="ctr"/>
          <a:lstStyle/>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No codebase to staff, secure, or sustain</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Provide data owners and environment access</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Shape the wizard, prompts, and governance with us</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A supported, evolving capability — not a one-time handoff</a:t>
            </a:r>
            <a:endParaRPr lang="en-US" sz="1067">
              <a:latin typeface="RadikalW03-Regular" panose="01000000000000000000" pitchFamily="2" charset="0"/>
            </a:endParaRPr>
          </a:p>
        </p:txBody>
      </p:sp>
      <p:sp>
        <p:nvSpPr>
          <p:cNvPr id="26" name="Shape 24"/>
          <p:cNvSpPr/>
          <p:nvPr/>
        </p:nvSpPr>
        <p:spPr>
          <a:xfrm>
            <a:off x="853440" y="4632960"/>
            <a:ext cx="5120640" cy="1645920"/>
          </a:xfrm>
          <a:prstGeom prst="rect">
            <a:avLst/>
          </a:prstGeom>
          <a:solidFill>
            <a:srgbClr val="F7F8FA"/>
          </a:solidFill>
          <a:ln/>
        </p:spPr>
        <p:txBody>
          <a:bodyPr/>
          <a:lstStyle/>
          <a:p>
            <a:endParaRPr lang="en-US">
              <a:latin typeface="RadikalW03-Regular" panose="01000000000000000000" pitchFamily="2" charset="0"/>
            </a:endParaRPr>
          </a:p>
        </p:txBody>
      </p:sp>
      <p:sp>
        <p:nvSpPr>
          <p:cNvPr id="27" name="Shape 25"/>
          <p:cNvSpPr/>
          <p:nvPr/>
        </p:nvSpPr>
        <p:spPr>
          <a:xfrm>
            <a:off x="853440" y="4632960"/>
            <a:ext cx="73152" cy="1645920"/>
          </a:xfrm>
          <a:prstGeom prst="rect">
            <a:avLst/>
          </a:prstGeom>
          <a:solidFill>
            <a:srgbClr val="D97706"/>
          </a:solidFill>
          <a:ln/>
        </p:spPr>
        <p:txBody>
          <a:bodyPr/>
          <a:lstStyle/>
          <a:p>
            <a:endParaRPr lang="en-US">
              <a:latin typeface="RadikalW03-Regular" panose="01000000000000000000" pitchFamily="2" charset="0"/>
            </a:endParaRPr>
          </a:p>
        </p:txBody>
      </p:sp>
      <p:sp>
        <p:nvSpPr>
          <p:cNvPr id="28" name="Text 26"/>
          <p:cNvSpPr/>
          <p:nvPr/>
        </p:nvSpPr>
        <p:spPr>
          <a:xfrm>
            <a:off x="1158240" y="4706112"/>
            <a:ext cx="4632960" cy="268224"/>
          </a:xfrm>
          <a:prstGeom prst="rect">
            <a:avLst/>
          </a:prstGeom>
          <a:noFill/>
          <a:ln/>
        </p:spPr>
        <p:txBody>
          <a:bodyPr wrap="square" lIns="0" tIns="0" rIns="0" bIns="0" rtlCol="0" anchor="ctr"/>
          <a:lstStyle/>
          <a:p>
            <a:r>
              <a:rPr lang="en-US" sz="1333" b="1">
                <a:solidFill>
                  <a:srgbClr val="1A1A2E"/>
                </a:solidFill>
                <a:latin typeface="RadikalW03-Regular" panose="01000000000000000000" pitchFamily="2" charset="0"/>
                <a:ea typeface="Trebuchet MS" pitchFamily="34" charset="-122"/>
                <a:cs typeface="Trebuchet MS" pitchFamily="34" charset="-120"/>
              </a:rPr>
              <a:t>Why it matters</a:t>
            </a:r>
            <a:endParaRPr lang="en-US" sz="1333">
              <a:latin typeface="RadikalW03-Regular" panose="01000000000000000000" pitchFamily="2" charset="0"/>
            </a:endParaRPr>
          </a:p>
        </p:txBody>
      </p:sp>
      <p:sp>
        <p:nvSpPr>
          <p:cNvPr id="29" name="Text 27"/>
          <p:cNvSpPr/>
          <p:nvPr/>
        </p:nvSpPr>
        <p:spPr>
          <a:xfrm>
            <a:off x="1158240" y="4998720"/>
            <a:ext cx="4632960" cy="1158240"/>
          </a:xfrm>
          <a:prstGeom prst="rect">
            <a:avLst/>
          </a:prstGeom>
          <a:noFill/>
          <a:ln/>
        </p:spPr>
        <p:txBody>
          <a:bodyPr wrap="square" lIns="0" tIns="0" rIns="0" bIns="0" rtlCol="0" anchor="ctr"/>
          <a:lstStyle/>
          <a:p>
            <a:pPr marL="457189" indent="-457189">
              <a:lnSpc>
                <a:spcPct val="120000"/>
              </a:lnSpc>
              <a:spcAft>
                <a:spcPts val="267"/>
              </a:spcAft>
              <a:buSzPct val="100000"/>
              <a:buChar char="•"/>
            </a:pPr>
            <a:r>
              <a:rPr lang="en-US" sz="1067">
                <a:solidFill>
                  <a:srgbClr val="4A5568"/>
                </a:solidFill>
                <a:latin typeface="RadikalW03-Regular" panose="01000000000000000000" pitchFamily="2" charset="0"/>
                <a:ea typeface="Calibri" pitchFamily="34" charset="-122"/>
                <a:cs typeface="Calibri" pitchFamily="34" charset="-120"/>
              </a:rPr>
              <a:t>The #1 federal-software trap: once a government employee writes or modifies code, it becomes CC0 public domain.</a:t>
            </a:r>
            <a:endParaRPr lang="en-US" sz="1067">
              <a:latin typeface="RadikalW03-Regular" panose="01000000000000000000" pitchFamily="2" charset="0"/>
            </a:endParaRPr>
          </a:p>
          <a:p>
            <a:pPr marL="457189" indent="-457189">
              <a:lnSpc>
                <a:spcPct val="120000"/>
              </a:lnSpc>
              <a:spcAft>
                <a:spcPts val="267"/>
              </a:spcAft>
              <a:buSzPct val="100000"/>
              <a:buChar char="•"/>
            </a:pPr>
            <a:r>
              <a:rPr lang="en-US" sz="1067">
                <a:solidFill>
                  <a:srgbClr val="4A5568"/>
                </a:solidFill>
                <a:latin typeface="RadikalW03-Regular" panose="01000000000000000000" pitchFamily="2" charset="0"/>
                <a:ea typeface="Calibri" pitchFamily="34" charset="-122"/>
                <a:cs typeface="Calibri" pitchFamily="34" charset="-120"/>
              </a:rPr>
              <a:t>Keeping engineering on our side keeps your investment a supported product, not an open-source liability.</a:t>
            </a:r>
            <a:endParaRPr lang="en-US" sz="1067">
              <a:latin typeface="RadikalW03-Regular" panose="01000000000000000000" pitchFamily="2" charset="0"/>
            </a:endParaRPr>
          </a:p>
          <a:p>
            <a:pPr marL="457189" indent="-457189">
              <a:lnSpc>
                <a:spcPct val="120000"/>
              </a:lnSpc>
              <a:spcAft>
                <a:spcPts val="267"/>
              </a:spcAft>
              <a:buSzPct val="100000"/>
              <a:buChar char="•"/>
            </a:pPr>
            <a:r>
              <a:rPr lang="en-US" sz="1067">
                <a:solidFill>
                  <a:srgbClr val="4A5568"/>
                </a:solidFill>
                <a:latin typeface="RadikalW03-Regular" panose="01000000000000000000" pitchFamily="2" charset="0"/>
                <a:ea typeface="Calibri" pitchFamily="34" charset="-122"/>
                <a:cs typeface="Calibri" pitchFamily="34" charset="-120"/>
              </a:rPr>
              <a:t>You still get full transparency, control, and an exit path — without inheriting the build.</a:t>
            </a:r>
            <a:endParaRPr lang="en-US" sz="1067">
              <a:latin typeface="RadikalW03-Regular" panose="01000000000000000000" pitchFamily="2" charset="0"/>
            </a:endParaRPr>
          </a:p>
        </p:txBody>
      </p:sp>
      <p:sp>
        <p:nvSpPr>
          <p:cNvPr id="30" name="Shape 28"/>
          <p:cNvSpPr/>
          <p:nvPr/>
        </p:nvSpPr>
        <p:spPr>
          <a:xfrm>
            <a:off x="6217920" y="4632960"/>
            <a:ext cx="5120640" cy="1645920"/>
          </a:xfrm>
          <a:prstGeom prst="rect">
            <a:avLst/>
          </a:prstGeom>
          <a:solidFill>
            <a:srgbClr val="F7F8FA"/>
          </a:solidFill>
          <a:ln/>
        </p:spPr>
        <p:txBody>
          <a:bodyPr/>
          <a:lstStyle/>
          <a:p>
            <a:endParaRPr lang="en-US">
              <a:latin typeface="RadikalW03-Regular" panose="01000000000000000000" pitchFamily="2" charset="0"/>
            </a:endParaRPr>
          </a:p>
        </p:txBody>
      </p:sp>
      <p:sp>
        <p:nvSpPr>
          <p:cNvPr id="31" name="Shape 29"/>
          <p:cNvSpPr/>
          <p:nvPr/>
        </p:nvSpPr>
        <p:spPr>
          <a:xfrm>
            <a:off x="6217920" y="4632960"/>
            <a:ext cx="73152" cy="1645920"/>
          </a:xfrm>
          <a:prstGeom prst="rect">
            <a:avLst/>
          </a:prstGeom>
          <a:solidFill>
            <a:srgbClr val="003B6F"/>
          </a:solidFill>
          <a:ln/>
        </p:spPr>
        <p:txBody>
          <a:bodyPr/>
          <a:lstStyle/>
          <a:p>
            <a:endParaRPr lang="en-US">
              <a:latin typeface="RadikalW03-Regular" panose="01000000000000000000" pitchFamily="2" charset="0"/>
            </a:endParaRPr>
          </a:p>
        </p:txBody>
      </p:sp>
      <p:sp>
        <p:nvSpPr>
          <p:cNvPr id="32" name="Text 30"/>
          <p:cNvSpPr/>
          <p:nvPr/>
        </p:nvSpPr>
        <p:spPr>
          <a:xfrm>
            <a:off x="6522720" y="4706112"/>
            <a:ext cx="4632960" cy="268224"/>
          </a:xfrm>
          <a:prstGeom prst="rect">
            <a:avLst/>
          </a:prstGeom>
          <a:noFill/>
          <a:ln/>
        </p:spPr>
        <p:txBody>
          <a:bodyPr wrap="square" lIns="0" tIns="0" rIns="0" bIns="0" rtlCol="0" anchor="ctr"/>
          <a:lstStyle/>
          <a:p>
            <a:r>
              <a:rPr lang="en-US" sz="1333" b="1">
                <a:solidFill>
                  <a:srgbClr val="1A1A2E"/>
                </a:solidFill>
                <a:latin typeface="RadikalW03-Regular" panose="01000000000000000000" pitchFamily="2" charset="0"/>
                <a:ea typeface="Trebuchet MS" pitchFamily="34" charset="-122"/>
                <a:cs typeface="Trebuchet MS" pitchFamily="34" charset="-120"/>
              </a:rPr>
              <a:t>Bottom line</a:t>
            </a:r>
            <a:endParaRPr lang="en-US" sz="1333">
              <a:latin typeface="RadikalW03-Regular" panose="01000000000000000000" pitchFamily="2" charset="0"/>
            </a:endParaRPr>
          </a:p>
        </p:txBody>
      </p:sp>
      <p:sp>
        <p:nvSpPr>
          <p:cNvPr id="33" name="Text 31"/>
          <p:cNvSpPr/>
          <p:nvPr/>
        </p:nvSpPr>
        <p:spPr>
          <a:xfrm>
            <a:off x="6522720" y="4998720"/>
            <a:ext cx="4632960" cy="1158240"/>
          </a:xfrm>
          <a:prstGeom prst="rect">
            <a:avLst/>
          </a:prstGeom>
          <a:noFill/>
          <a:ln/>
        </p:spPr>
        <p:txBody>
          <a:bodyPr wrap="square" lIns="0" tIns="0" rIns="0" bIns="0" rtlCol="0" anchor="ctr"/>
          <a:lstStyle/>
          <a:p>
            <a:pPr marL="457189" indent="-457189">
              <a:lnSpc>
                <a:spcPct val="120000"/>
              </a:lnSpc>
              <a:spcAft>
                <a:spcPts val="267"/>
              </a:spcAft>
              <a:buSzPct val="100000"/>
              <a:buChar char="•"/>
            </a:pPr>
            <a:r>
              <a:rPr lang="en-US" sz="1067">
                <a:solidFill>
                  <a:srgbClr val="4A5568"/>
                </a:solidFill>
                <a:latin typeface="RadikalW03-Regular" panose="01000000000000000000" pitchFamily="2" charset="0"/>
                <a:ea typeface="Calibri" pitchFamily="34" charset="-122"/>
                <a:cs typeface="Calibri" pitchFamily="34" charset="-120"/>
              </a:rPr>
              <a:t>You operate it. We build it.</a:t>
            </a:r>
            <a:endParaRPr lang="en-US" sz="1067">
              <a:latin typeface="RadikalW03-Regular" panose="01000000000000000000" pitchFamily="2" charset="0"/>
            </a:endParaRPr>
          </a:p>
          <a:p>
            <a:pPr marL="457189" indent="-457189">
              <a:lnSpc>
                <a:spcPct val="120000"/>
              </a:lnSpc>
              <a:spcAft>
                <a:spcPts val="267"/>
              </a:spcAft>
              <a:buSzPct val="100000"/>
              <a:buChar char="•"/>
            </a:pPr>
            <a:r>
              <a:rPr lang="en-US" sz="1067">
                <a:solidFill>
                  <a:srgbClr val="4A5568"/>
                </a:solidFill>
                <a:latin typeface="RadikalW03-Regular" panose="01000000000000000000" pitchFamily="2" charset="0"/>
                <a:ea typeface="Calibri" pitchFamily="34" charset="-122"/>
                <a:cs typeface="Calibri" pitchFamily="34" charset="-120"/>
              </a:rPr>
              <a:t>The IP stays commercial — no open-source burden.</a:t>
            </a:r>
            <a:endParaRPr lang="en-US" sz="1067">
              <a:latin typeface="RadikalW03-Regular" panose="01000000000000000000" pitchFamily="2" charset="0"/>
            </a:endParaRPr>
          </a:p>
          <a:p>
            <a:pPr marL="457189" indent="-457189">
              <a:lnSpc>
                <a:spcPct val="120000"/>
              </a:lnSpc>
              <a:spcAft>
                <a:spcPts val="267"/>
              </a:spcAft>
              <a:buSzPct val="100000"/>
              <a:buChar char="•"/>
            </a:pPr>
            <a:r>
              <a:rPr lang="en-US" sz="1067">
                <a:solidFill>
                  <a:srgbClr val="4A5568"/>
                </a:solidFill>
                <a:latin typeface="RadikalW03-Regular" panose="01000000000000000000" pitchFamily="2" charset="0"/>
                <a:ea typeface="Calibri" pitchFamily="34" charset="-122"/>
                <a:cs typeface="Calibri" pitchFamily="34" charset="-120"/>
              </a:rPr>
              <a:t>You get the capability without inheriting the codebase.</a:t>
            </a:r>
            <a:endParaRPr lang="en-US" sz="1067">
              <a:latin typeface="RadikalW03-Regular" panose="01000000000000000000" pitchFamily="2" charset="0"/>
            </a:endParaRPr>
          </a:p>
          <a:p>
            <a:pPr marL="457189" indent="-457189">
              <a:lnSpc>
                <a:spcPct val="120000"/>
              </a:lnSpc>
              <a:spcAft>
                <a:spcPts val="267"/>
              </a:spcAft>
              <a:buSzPct val="100000"/>
              <a:buChar char="•"/>
            </a:pPr>
            <a:r>
              <a:rPr lang="en-US" sz="1067">
                <a:solidFill>
                  <a:srgbClr val="4A5568"/>
                </a:solidFill>
                <a:latin typeface="RadikalW03-Regular" panose="01000000000000000000" pitchFamily="2" charset="0"/>
                <a:ea typeface="Calibri" pitchFamily="34" charset="-122"/>
                <a:cs typeface="Calibri" pitchFamily="34" charset="-120"/>
              </a:rPr>
              <a:t/>
            </a:r>
            <a:endParaRPr lang="en-US" sz="1067">
              <a:latin typeface="RadikalW03-Regular" panose="01000000000000000000" pitchFamily="2" charset="0"/>
            </a:endParaRPr>
          </a:p>
        </p:txBody>
      </p:sp>
      <p:sp>
        <p:nvSpPr>
          <p:cNvPr id="34" name="Text 32"/>
          <p:cNvSpPr/>
          <p:nvPr/>
        </p:nvSpPr>
        <p:spPr>
          <a:xfrm>
            <a:off x="853440" y="6461760"/>
            <a:ext cx="6096000" cy="304800"/>
          </a:xfrm>
          <a:prstGeom prst="rect">
            <a:avLst/>
          </a:prstGeom>
          <a:noFill/>
          <a:ln/>
        </p:spPr>
        <p:txBody>
          <a:bodyPr wrap="square" lIns="0" tIns="0" rIns="0" bIns="0" rtlCol="0" anchor="ctr"/>
          <a:lstStyle/>
          <a:p>
            <a:r>
              <a:rPr lang="en-US" sz="1067">
                <a:solidFill>
                  <a:srgbClr val="4A5568"/>
                </a:solidFill>
                <a:latin typeface="RadikalW03-Regular" panose="01000000000000000000" pitchFamily="2" charset="0"/>
                <a:ea typeface="Calibri" pitchFamily="34" charset="-122"/>
                <a:cs typeface="Calibri" pitchFamily="34" charset="-120"/>
              </a:rPr>
              <a:t>© 2026 Packaged Agile, LLC. Proprietary and Confidential.</a:t>
            </a:r>
            <a:endParaRPr lang="en-US" sz="1067">
              <a:latin typeface="RadikalW03-Regular" panose="01000000000000000000"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003B6F"/>
          </a:solidFill>
          <a:ln/>
        </p:spPr>
        <p:txBody>
          <a:bodyPr/>
          <a:lstStyle/>
          <a:p>
            <a:endParaRPr lang="en-US">
              <a:latin typeface="RadikalW03-Regular" panose="01000000000000000000" pitchFamily="2" charset="0"/>
            </a:endParaRPr>
          </a:p>
        </p:txBody>
      </p:sp>
      <p:sp>
        <p:nvSpPr>
          <p:cNvPr id="3" name="Text 1"/>
          <p:cNvSpPr/>
          <p:nvPr/>
        </p:nvSpPr>
        <p:spPr>
          <a:xfrm>
            <a:off x="853440" y="182880"/>
            <a:ext cx="8534400" cy="609600"/>
          </a:xfrm>
          <a:prstGeom prst="rect">
            <a:avLst/>
          </a:prstGeom>
          <a:noFill/>
          <a:ln/>
        </p:spPr>
        <p:txBody>
          <a:bodyPr wrap="square" lIns="0" tIns="0" rIns="0" bIns="0" rtlCol="0" anchor="ctr"/>
          <a:lstStyle/>
          <a:p>
            <a:r>
              <a:rPr lang="en-US" sz="3467" b="1">
                <a:solidFill>
                  <a:srgbClr val="FFFFFF"/>
                </a:solidFill>
                <a:latin typeface="RadikalW03-Regular" panose="01000000000000000000" pitchFamily="2" charset="0"/>
                <a:ea typeface="Trebuchet MS" pitchFamily="34" charset="-122"/>
                <a:cs typeface="Trebuchet MS" pitchFamily="34" charset="-120"/>
              </a:rPr>
              <a:t>Implementation Roadmap</a:t>
            </a:r>
            <a:endParaRPr lang="en-US" sz="3467">
              <a:latin typeface="RadikalW03-Regular" panose="01000000000000000000" pitchFamily="2" charset="0"/>
            </a:endParaRPr>
          </a:p>
        </p:txBody>
      </p:sp>
      <p:sp>
        <p:nvSpPr>
          <p:cNvPr id="4" name="Text 2"/>
          <p:cNvSpPr/>
          <p:nvPr/>
        </p:nvSpPr>
        <p:spPr>
          <a:xfrm>
            <a:off x="853440" y="731520"/>
            <a:ext cx="9753600" cy="365760"/>
          </a:xfrm>
          <a:prstGeom prst="rect">
            <a:avLst/>
          </a:prstGeom>
          <a:noFill/>
          <a:ln/>
        </p:spPr>
        <p:txBody>
          <a:bodyPr wrap="square" lIns="0" tIns="0" rIns="0" bIns="0" rtlCol="0" anchor="ctr"/>
          <a:lstStyle/>
          <a:p>
            <a:r>
              <a:rPr lang="en-US" sz="1467">
                <a:solidFill>
                  <a:srgbClr val="8BB8E8"/>
                </a:solidFill>
                <a:latin typeface="RadikalW03-Regular" panose="01000000000000000000" pitchFamily="2" charset="0"/>
                <a:ea typeface="Calibri" pitchFamily="34" charset="-122"/>
                <a:cs typeface="Calibri" pitchFamily="34" charset="-120"/>
              </a:rPr>
              <a:t>Code-complete today: 8–12 weeks from kickoff to production</a:t>
            </a:r>
            <a:endParaRPr lang="en-US" sz="1467">
              <a:latin typeface="RadikalW03-Regular" panose="01000000000000000000" pitchFamily="2" charset="0"/>
            </a:endParaRPr>
          </a:p>
        </p:txBody>
      </p:sp>
      <p:sp>
        <p:nvSpPr>
          <p:cNvPr id="5" name="Text 3"/>
          <p:cNvSpPr/>
          <p:nvPr/>
        </p:nvSpPr>
        <p:spPr>
          <a:xfrm>
            <a:off x="853440" y="1335024"/>
            <a:ext cx="10485120" cy="487680"/>
          </a:xfrm>
          <a:prstGeom prst="rect">
            <a:avLst/>
          </a:prstGeom>
          <a:noFill/>
          <a:ln/>
        </p:spPr>
        <p:txBody>
          <a:bodyPr wrap="square" lIns="0" tIns="0" rIns="0" bIns="0" rtlCol="0" anchor="ctr"/>
          <a:lstStyle/>
          <a:p>
            <a:pPr>
              <a:lnSpc>
                <a:spcPct val="130000"/>
              </a:lnSpc>
            </a:pPr>
            <a:r>
              <a:rPr lang="en-US" sz="1333">
                <a:solidFill>
                  <a:srgbClr val="4A5568"/>
                </a:solidFill>
                <a:latin typeface="RadikalW03-Regular" panose="01000000000000000000" pitchFamily="2" charset="0"/>
                <a:ea typeface="Calibri" pitchFamily="34" charset="-122"/>
                <a:cs typeface="Calibri" pitchFamily="34" charset="-120"/>
              </a:rPr>
              <a:t>LaunchPad's codebase is built and functional. The path to production is adapting it to your agency's on-prem infrastructure, identity systems, and AI access requirements.</a:t>
            </a:r>
            <a:endParaRPr lang="en-US" sz="1333">
              <a:latin typeface="RadikalW03-Regular" panose="01000000000000000000" pitchFamily="2" charset="0"/>
            </a:endParaRPr>
          </a:p>
        </p:txBody>
      </p:sp>
      <p:sp>
        <p:nvSpPr>
          <p:cNvPr id="6" name="Shape 4"/>
          <p:cNvSpPr/>
          <p:nvPr/>
        </p:nvSpPr>
        <p:spPr>
          <a:xfrm>
            <a:off x="853440" y="1950720"/>
            <a:ext cx="3352800" cy="2438400"/>
          </a:xfrm>
          <a:prstGeom prst="rect">
            <a:avLst/>
          </a:prstGeom>
          <a:solidFill>
            <a:srgbClr val="E8F4FD"/>
          </a:solidFill>
          <a:ln/>
          <a:effectLst>
            <a:outerShdw blurRad="76200" dist="25400" dir="8100000" algn="bl" rotWithShape="0">
              <a:srgbClr val="000000">
                <a:alpha val="10000"/>
              </a:srgbClr>
            </a:outerShdw>
          </a:effectLst>
        </p:spPr>
        <p:txBody>
          <a:bodyPr/>
          <a:lstStyle/>
          <a:p>
            <a:endParaRPr lang="en-US">
              <a:latin typeface="RadikalW03-Regular" panose="01000000000000000000" pitchFamily="2" charset="0"/>
            </a:endParaRPr>
          </a:p>
        </p:txBody>
      </p:sp>
      <p:sp>
        <p:nvSpPr>
          <p:cNvPr id="7" name="Shape 5"/>
          <p:cNvSpPr/>
          <p:nvPr/>
        </p:nvSpPr>
        <p:spPr>
          <a:xfrm>
            <a:off x="853440" y="1950720"/>
            <a:ext cx="3352800" cy="73152"/>
          </a:xfrm>
          <a:prstGeom prst="rect">
            <a:avLst/>
          </a:prstGeom>
          <a:solidFill>
            <a:srgbClr val="0A4D82"/>
          </a:solidFill>
          <a:ln/>
        </p:spPr>
        <p:txBody>
          <a:bodyPr/>
          <a:lstStyle/>
          <a:p>
            <a:endParaRPr lang="en-US">
              <a:latin typeface="RadikalW03-Regular" panose="01000000000000000000" pitchFamily="2" charset="0"/>
            </a:endParaRPr>
          </a:p>
        </p:txBody>
      </p:sp>
      <p:sp>
        <p:nvSpPr>
          <p:cNvPr id="8" name="Text 6"/>
          <p:cNvSpPr/>
          <p:nvPr/>
        </p:nvSpPr>
        <p:spPr>
          <a:xfrm>
            <a:off x="1036320" y="2097024"/>
            <a:ext cx="1219200" cy="243840"/>
          </a:xfrm>
          <a:prstGeom prst="rect">
            <a:avLst/>
          </a:prstGeom>
          <a:noFill/>
          <a:ln/>
        </p:spPr>
        <p:txBody>
          <a:bodyPr wrap="square" lIns="0" tIns="0" rIns="0" bIns="0" rtlCol="0" anchor="ctr"/>
          <a:lstStyle/>
          <a:p>
            <a:r>
              <a:rPr lang="en-US" sz="1200" b="1">
                <a:solidFill>
                  <a:srgbClr val="0A4D82"/>
                </a:solidFill>
                <a:latin typeface="RadikalW03-Regular" panose="01000000000000000000" pitchFamily="2" charset="0"/>
                <a:ea typeface="Calibri" pitchFamily="34" charset="-122"/>
                <a:cs typeface="Calibri" pitchFamily="34" charset="-120"/>
              </a:rPr>
              <a:t>Phase 1</a:t>
            </a:r>
            <a:endParaRPr lang="en-US" sz="1200">
              <a:latin typeface="RadikalW03-Regular" panose="01000000000000000000" pitchFamily="2" charset="0"/>
            </a:endParaRPr>
          </a:p>
        </p:txBody>
      </p:sp>
      <p:sp>
        <p:nvSpPr>
          <p:cNvPr id="9" name="Text 7"/>
          <p:cNvSpPr/>
          <p:nvPr/>
        </p:nvSpPr>
        <p:spPr>
          <a:xfrm>
            <a:off x="1036320" y="2316480"/>
            <a:ext cx="2987040" cy="341376"/>
          </a:xfrm>
          <a:prstGeom prst="rect">
            <a:avLst/>
          </a:prstGeom>
          <a:noFill/>
          <a:ln/>
        </p:spPr>
        <p:txBody>
          <a:bodyPr wrap="square" lIns="0" tIns="0" rIns="0" bIns="0" rtlCol="0" anchor="ctr"/>
          <a:lstStyle/>
          <a:p>
            <a:r>
              <a:rPr lang="en-US" sz="1867" b="1">
                <a:solidFill>
                  <a:srgbClr val="1A1A2E"/>
                </a:solidFill>
                <a:latin typeface="RadikalW03-Regular" panose="01000000000000000000" pitchFamily="2" charset="0"/>
                <a:ea typeface="Trebuchet MS" pitchFamily="34" charset="-122"/>
                <a:cs typeface="Trebuchet MS" pitchFamily="34" charset="-120"/>
              </a:rPr>
              <a:t>Foundation</a:t>
            </a:r>
            <a:endParaRPr lang="en-US" sz="1867">
              <a:latin typeface="RadikalW03-Regular" panose="01000000000000000000" pitchFamily="2" charset="0"/>
            </a:endParaRPr>
          </a:p>
        </p:txBody>
      </p:sp>
      <p:sp>
        <p:nvSpPr>
          <p:cNvPr id="10" name="Text 8"/>
          <p:cNvSpPr/>
          <p:nvPr/>
        </p:nvSpPr>
        <p:spPr>
          <a:xfrm>
            <a:off x="1036320" y="2633472"/>
            <a:ext cx="2987040" cy="219456"/>
          </a:xfrm>
          <a:prstGeom prst="rect">
            <a:avLst/>
          </a:prstGeom>
          <a:noFill/>
          <a:ln/>
        </p:spPr>
        <p:txBody>
          <a:bodyPr wrap="square" lIns="0" tIns="0" rIns="0" bIns="0" rtlCol="0" anchor="ctr"/>
          <a:lstStyle/>
          <a:p>
            <a:r>
              <a:rPr lang="en-US" sz="1200" i="1">
                <a:solidFill>
                  <a:srgbClr val="4A5568"/>
                </a:solidFill>
                <a:latin typeface="RadikalW03-Regular" panose="01000000000000000000" pitchFamily="2" charset="0"/>
                <a:ea typeface="Calibri" pitchFamily="34" charset="-122"/>
                <a:cs typeface="Calibri" pitchFamily="34" charset="-120"/>
              </a:rPr>
              <a:t>Weeks 1–4</a:t>
            </a:r>
            <a:endParaRPr lang="en-US" sz="1200">
              <a:latin typeface="RadikalW03-Regular" panose="01000000000000000000" pitchFamily="2" charset="0"/>
            </a:endParaRPr>
          </a:p>
        </p:txBody>
      </p:sp>
      <p:sp>
        <p:nvSpPr>
          <p:cNvPr id="11" name="Text 9"/>
          <p:cNvSpPr/>
          <p:nvPr/>
        </p:nvSpPr>
        <p:spPr>
          <a:xfrm>
            <a:off x="1036320" y="2901696"/>
            <a:ext cx="2987040" cy="1341120"/>
          </a:xfrm>
          <a:prstGeom prst="rect">
            <a:avLst/>
          </a:prstGeom>
          <a:noFill/>
          <a:ln/>
        </p:spPr>
        <p:txBody>
          <a:bodyPr wrap="square" lIns="0" tIns="0" rIns="0" bIns="0" rtlCol="0" anchor="ctr"/>
          <a:lstStyle/>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Containerize application (Docker)</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Deploy to hosting environment</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Integrate SSO / identity provider</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Stand up database &amp; migrate persistence</a:t>
            </a:r>
            <a:endParaRPr lang="en-US" sz="1067">
              <a:latin typeface="RadikalW03-Regular" panose="01000000000000000000" pitchFamily="2" charset="0"/>
            </a:endParaRPr>
          </a:p>
        </p:txBody>
      </p:sp>
      <p:sp>
        <p:nvSpPr>
          <p:cNvPr id="12" name="Text 10"/>
          <p:cNvSpPr/>
          <p:nvPr/>
        </p:nvSpPr>
        <p:spPr>
          <a:xfrm>
            <a:off x="4230624" y="2987040"/>
            <a:ext cx="219456" cy="365760"/>
          </a:xfrm>
          <a:prstGeom prst="rect">
            <a:avLst/>
          </a:prstGeom>
          <a:noFill/>
          <a:ln/>
        </p:spPr>
        <p:txBody>
          <a:bodyPr wrap="square" lIns="0" tIns="0" rIns="0" bIns="0" rtlCol="0" anchor="ctr"/>
          <a:lstStyle/>
          <a:p>
            <a:pPr algn="ctr"/>
            <a:r>
              <a:rPr lang="en-US" sz="1867">
                <a:solidFill>
                  <a:srgbClr val="0073CF"/>
                </a:solidFill>
                <a:latin typeface="RadikalW03-Regular" panose="01000000000000000000" pitchFamily="2" charset="0"/>
                <a:ea typeface="Calibri" pitchFamily="34" charset="-122"/>
                <a:cs typeface="Calibri" pitchFamily="34" charset="-120"/>
              </a:rPr>
              <a:t>▸</a:t>
            </a:r>
            <a:endParaRPr lang="en-US" sz="1867">
              <a:latin typeface="RadikalW03-Regular" panose="01000000000000000000" pitchFamily="2" charset="0"/>
            </a:endParaRPr>
          </a:p>
        </p:txBody>
      </p:sp>
      <p:sp>
        <p:nvSpPr>
          <p:cNvPr id="13" name="Shape 11"/>
          <p:cNvSpPr/>
          <p:nvPr/>
        </p:nvSpPr>
        <p:spPr>
          <a:xfrm>
            <a:off x="4450080" y="1950720"/>
            <a:ext cx="3352800" cy="2438400"/>
          </a:xfrm>
          <a:prstGeom prst="rect">
            <a:avLst/>
          </a:prstGeom>
          <a:solidFill>
            <a:srgbClr val="E6F4F1"/>
          </a:solidFill>
          <a:ln/>
          <a:effectLst>
            <a:outerShdw blurRad="76200" dist="25400" dir="8100000" algn="bl" rotWithShape="0">
              <a:srgbClr val="000000">
                <a:alpha val="10000"/>
              </a:srgbClr>
            </a:outerShdw>
          </a:effectLst>
        </p:spPr>
        <p:txBody>
          <a:bodyPr/>
          <a:lstStyle/>
          <a:p>
            <a:endParaRPr lang="en-US">
              <a:latin typeface="RadikalW03-Regular" panose="01000000000000000000" pitchFamily="2" charset="0"/>
            </a:endParaRPr>
          </a:p>
        </p:txBody>
      </p:sp>
      <p:sp>
        <p:nvSpPr>
          <p:cNvPr id="14" name="Shape 12"/>
          <p:cNvSpPr/>
          <p:nvPr/>
        </p:nvSpPr>
        <p:spPr>
          <a:xfrm>
            <a:off x="4450080" y="1950720"/>
            <a:ext cx="3352800" cy="73152"/>
          </a:xfrm>
          <a:prstGeom prst="rect">
            <a:avLst/>
          </a:prstGeom>
          <a:solidFill>
            <a:srgbClr val="0D6EAA"/>
          </a:solidFill>
          <a:ln/>
        </p:spPr>
        <p:txBody>
          <a:bodyPr/>
          <a:lstStyle/>
          <a:p>
            <a:endParaRPr lang="en-US">
              <a:latin typeface="RadikalW03-Regular" panose="01000000000000000000" pitchFamily="2" charset="0"/>
            </a:endParaRPr>
          </a:p>
        </p:txBody>
      </p:sp>
      <p:sp>
        <p:nvSpPr>
          <p:cNvPr id="15" name="Text 13"/>
          <p:cNvSpPr/>
          <p:nvPr/>
        </p:nvSpPr>
        <p:spPr>
          <a:xfrm>
            <a:off x="4632960" y="2097024"/>
            <a:ext cx="1219200" cy="243840"/>
          </a:xfrm>
          <a:prstGeom prst="rect">
            <a:avLst/>
          </a:prstGeom>
          <a:noFill/>
          <a:ln/>
        </p:spPr>
        <p:txBody>
          <a:bodyPr wrap="square" lIns="0" tIns="0" rIns="0" bIns="0" rtlCol="0" anchor="ctr"/>
          <a:lstStyle/>
          <a:p>
            <a:r>
              <a:rPr lang="en-US" sz="1200" b="1">
                <a:solidFill>
                  <a:srgbClr val="0D6EAA"/>
                </a:solidFill>
                <a:latin typeface="RadikalW03-Regular" panose="01000000000000000000" pitchFamily="2" charset="0"/>
                <a:ea typeface="Calibri" pitchFamily="34" charset="-122"/>
                <a:cs typeface="Calibri" pitchFamily="34" charset="-120"/>
              </a:rPr>
              <a:t>Phase 2</a:t>
            </a:r>
            <a:endParaRPr lang="en-US" sz="1200">
              <a:latin typeface="RadikalW03-Regular" panose="01000000000000000000" pitchFamily="2" charset="0"/>
            </a:endParaRPr>
          </a:p>
        </p:txBody>
      </p:sp>
      <p:sp>
        <p:nvSpPr>
          <p:cNvPr id="16" name="Text 14"/>
          <p:cNvSpPr/>
          <p:nvPr/>
        </p:nvSpPr>
        <p:spPr>
          <a:xfrm>
            <a:off x="4632960" y="2316480"/>
            <a:ext cx="2987040" cy="341376"/>
          </a:xfrm>
          <a:prstGeom prst="rect">
            <a:avLst/>
          </a:prstGeom>
          <a:noFill/>
          <a:ln/>
        </p:spPr>
        <p:txBody>
          <a:bodyPr wrap="square" lIns="0" tIns="0" rIns="0" bIns="0" rtlCol="0" anchor="ctr"/>
          <a:lstStyle/>
          <a:p>
            <a:r>
              <a:rPr lang="en-US" sz="1867" b="1">
                <a:solidFill>
                  <a:srgbClr val="1A1A2E"/>
                </a:solidFill>
                <a:latin typeface="RadikalW03-Regular" panose="01000000000000000000" pitchFamily="2" charset="0"/>
                <a:ea typeface="Trebuchet MS" pitchFamily="34" charset="-122"/>
                <a:cs typeface="Trebuchet MS" pitchFamily="34" charset="-120"/>
              </a:rPr>
              <a:t>AI &amp; Integration</a:t>
            </a:r>
            <a:endParaRPr lang="en-US" sz="1867">
              <a:latin typeface="RadikalW03-Regular" panose="01000000000000000000" pitchFamily="2" charset="0"/>
            </a:endParaRPr>
          </a:p>
        </p:txBody>
      </p:sp>
      <p:sp>
        <p:nvSpPr>
          <p:cNvPr id="17" name="Text 15"/>
          <p:cNvSpPr/>
          <p:nvPr/>
        </p:nvSpPr>
        <p:spPr>
          <a:xfrm>
            <a:off x="4632960" y="2633472"/>
            <a:ext cx="2987040" cy="219456"/>
          </a:xfrm>
          <a:prstGeom prst="rect">
            <a:avLst/>
          </a:prstGeom>
          <a:noFill/>
          <a:ln/>
        </p:spPr>
        <p:txBody>
          <a:bodyPr wrap="square" lIns="0" tIns="0" rIns="0" bIns="0" rtlCol="0" anchor="ctr"/>
          <a:lstStyle/>
          <a:p>
            <a:r>
              <a:rPr lang="en-US" sz="1200" i="1">
                <a:solidFill>
                  <a:srgbClr val="4A5568"/>
                </a:solidFill>
                <a:latin typeface="RadikalW03-Regular" panose="01000000000000000000" pitchFamily="2" charset="0"/>
                <a:ea typeface="Calibri" pitchFamily="34" charset="-122"/>
                <a:cs typeface="Calibri" pitchFamily="34" charset="-120"/>
              </a:rPr>
              <a:t>Weeks 5–8</a:t>
            </a:r>
            <a:endParaRPr lang="en-US" sz="1200">
              <a:latin typeface="RadikalW03-Regular" panose="01000000000000000000" pitchFamily="2" charset="0"/>
            </a:endParaRPr>
          </a:p>
        </p:txBody>
      </p:sp>
      <p:sp>
        <p:nvSpPr>
          <p:cNvPr id="18" name="Text 16"/>
          <p:cNvSpPr/>
          <p:nvPr/>
        </p:nvSpPr>
        <p:spPr>
          <a:xfrm>
            <a:off x="4632960" y="2901696"/>
            <a:ext cx="2987040" cy="1341120"/>
          </a:xfrm>
          <a:prstGeom prst="rect">
            <a:avLst/>
          </a:prstGeom>
          <a:noFill/>
          <a:ln/>
        </p:spPr>
        <p:txBody>
          <a:bodyPr wrap="square" lIns="0" tIns="0" rIns="0" bIns="0" rtlCol="0" anchor="ctr"/>
          <a:lstStyle/>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Configure approved AI gateway endpoint</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Adapt prompts for production LLM</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Build Rally (GovCloud) export</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Review routing, notifications, &amp; 508</a:t>
            </a:r>
            <a:endParaRPr lang="en-US" sz="1067">
              <a:latin typeface="RadikalW03-Regular" panose="01000000000000000000" pitchFamily="2" charset="0"/>
            </a:endParaRPr>
          </a:p>
        </p:txBody>
      </p:sp>
      <p:sp>
        <p:nvSpPr>
          <p:cNvPr id="19" name="Text 17"/>
          <p:cNvSpPr/>
          <p:nvPr/>
        </p:nvSpPr>
        <p:spPr>
          <a:xfrm>
            <a:off x="7827264" y="2987040"/>
            <a:ext cx="219456" cy="365760"/>
          </a:xfrm>
          <a:prstGeom prst="rect">
            <a:avLst/>
          </a:prstGeom>
          <a:noFill/>
          <a:ln/>
        </p:spPr>
        <p:txBody>
          <a:bodyPr wrap="square" lIns="0" tIns="0" rIns="0" bIns="0" rtlCol="0" anchor="ctr"/>
          <a:lstStyle/>
          <a:p>
            <a:pPr algn="ctr"/>
            <a:r>
              <a:rPr lang="en-US" sz="1867">
                <a:solidFill>
                  <a:srgbClr val="0073CF"/>
                </a:solidFill>
                <a:latin typeface="RadikalW03-Regular" panose="01000000000000000000" pitchFamily="2" charset="0"/>
                <a:ea typeface="Calibri" pitchFamily="34" charset="-122"/>
                <a:cs typeface="Calibri" pitchFamily="34" charset="-120"/>
              </a:rPr>
              <a:t>▸</a:t>
            </a:r>
            <a:endParaRPr lang="en-US" sz="1867">
              <a:latin typeface="RadikalW03-Regular" panose="01000000000000000000" pitchFamily="2" charset="0"/>
            </a:endParaRPr>
          </a:p>
        </p:txBody>
      </p:sp>
      <p:sp>
        <p:nvSpPr>
          <p:cNvPr id="20" name="Shape 18"/>
          <p:cNvSpPr/>
          <p:nvPr/>
        </p:nvSpPr>
        <p:spPr>
          <a:xfrm>
            <a:off x="8046720" y="1950720"/>
            <a:ext cx="3352800" cy="2438400"/>
          </a:xfrm>
          <a:prstGeom prst="rect">
            <a:avLst/>
          </a:prstGeom>
          <a:solidFill>
            <a:srgbClr val="E8FAF6"/>
          </a:solidFill>
          <a:ln/>
          <a:effectLst>
            <a:outerShdw blurRad="76200" dist="25400" dir="8100000" algn="bl" rotWithShape="0">
              <a:srgbClr val="000000">
                <a:alpha val="10000"/>
              </a:srgbClr>
            </a:outerShdw>
          </a:effectLst>
        </p:spPr>
        <p:txBody>
          <a:bodyPr/>
          <a:lstStyle/>
          <a:p>
            <a:endParaRPr lang="en-US">
              <a:latin typeface="RadikalW03-Regular" panose="01000000000000000000" pitchFamily="2" charset="0"/>
            </a:endParaRPr>
          </a:p>
        </p:txBody>
      </p:sp>
      <p:sp>
        <p:nvSpPr>
          <p:cNvPr id="21" name="Shape 19"/>
          <p:cNvSpPr/>
          <p:nvPr/>
        </p:nvSpPr>
        <p:spPr>
          <a:xfrm>
            <a:off x="8046720" y="1950720"/>
            <a:ext cx="3352800" cy="73152"/>
          </a:xfrm>
          <a:prstGeom prst="rect">
            <a:avLst/>
          </a:prstGeom>
          <a:solidFill>
            <a:srgbClr val="0D9488"/>
          </a:solidFill>
          <a:ln/>
        </p:spPr>
        <p:txBody>
          <a:bodyPr/>
          <a:lstStyle/>
          <a:p>
            <a:endParaRPr lang="en-US">
              <a:latin typeface="RadikalW03-Regular" panose="01000000000000000000" pitchFamily="2" charset="0"/>
            </a:endParaRPr>
          </a:p>
        </p:txBody>
      </p:sp>
      <p:sp>
        <p:nvSpPr>
          <p:cNvPr id="22" name="Text 20"/>
          <p:cNvSpPr/>
          <p:nvPr/>
        </p:nvSpPr>
        <p:spPr>
          <a:xfrm>
            <a:off x="8229600" y="2097024"/>
            <a:ext cx="1219200" cy="243840"/>
          </a:xfrm>
          <a:prstGeom prst="rect">
            <a:avLst/>
          </a:prstGeom>
          <a:noFill/>
          <a:ln/>
        </p:spPr>
        <p:txBody>
          <a:bodyPr wrap="square" lIns="0" tIns="0" rIns="0" bIns="0" rtlCol="0" anchor="ctr"/>
          <a:lstStyle/>
          <a:p>
            <a:r>
              <a:rPr lang="en-US" sz="1200" b="1">
                <a:solidFill>
                  <a:srgbClr val="0D9488"/>
                </a:solidFill>
                <a:latin typeface="RadikalW03-Regular" panose="01000000000000000000" pitchFamily="2" charset="0"/>
                <a:ea typeface="Calibri" pitchFamily="34" charset="-122"/>
                <a:cs typeface="Calibri" pitchFamily="34" charset="-120"/>
              </a:rPr>
              <a:t>Phase 3</a:t>
            </a:r>
            <a:endParaRPr lang="en-US" sz="1200">
              <a:latin typeface="RadikalW03-Regular" panose="01000000000000000000" pitchFamily="2" charset="0"/>
            </a:endParaRPr>
          </a:p>
        </p:txBody>
      </p:sp>
      <p:sp>
        <p:nvSpPr>
          <p:cNvPr id="23" name="Text 21"/>
          <p:cNvSpPr/>
          <p:nvPr/>
        </p:nvSpPr>
        <p:spPr>
          <a:xfrm>
            <a:off x="8229600" y="2316480"/>
            <a:ext cx="2987040" cy="341376"/>
          </a:xfrm>
          <a:prstGeom prst="rect">
            <a:avLst/>
          </a:prstGeom>
          <a:noFill/>
          <a:ln/>
        </p:spPr>
        <p:txBody>
          <a:bodyPr wrap="square" lIns="0" tIns="0" rIns="0" bIns="0" rtlCol="0" anchor="ctr"/>
          <a:lstStyle/>
          <a:p>
            <a:r>
              <a:rPr lang="en-US" sz="1867" b="1" dirty="0">
                <a:solidFill>
                  <a:srgbClr val="1A1A2E"/>
                </a:solidFill>
                <a:latin typeface="RadikalW03-Regular" panose="01000000000000000000" pitchFamily="2" charset="0"/>
                <a:ea typeface="Trebuchet MS" pitchFamily="34" charset="-122"/>
                <a:cs typeface="Trebuchet MS" pitchFamily="34" charset="-120"/>
              </a:rPr>
              <a:t>Harden</a:t>
            </a:r>
            <a:endParaRPr lang="en-US" sz="1867" dirty="0">
              <a:latin typeface="RadikalW03-Regular" panose="01000000000000000000" pitchFamily="2" charset="0"/>
            </a:endParaRPr>
          </a:p>
        </p:txBody>
      </p:sp>
      <p:sp>
        <p:nvSpPr>
          <p:cNvPr id="24" name="Text 22"/>
          <p:cNvSpPr/>
          <p:nvPr/>
        </p:nvSpPr>
        <p:spPr>
          <a:xfrm>
            <a:off x="8229600" y="2633472"/>
            <a:ext cx="2987040" cy="219456"/>
          </a:xfrm>
          <a:prstGeom prst="rect">
            <a:avLst/>
          </a:prstGeom>
          <a:noFill/>
          <a:ln/>
        </p:spPr>
        <p:txBody>
          <a:bodyPr wrap="square" lIns="0" tIns="0" rIns="0" bIns="0" rtlCol="0" anchor="ctr"/>
          <a:lstStyle/>
          <a:p>
            <a:r>
              <a:rPr lang="en-US" sz="1200" i="1">
                <a:solidFill>
                  <a:srgbClr val="4A5568"/>
                </a:solidFill>
                <a:latin typeface="RadikalW03-Regular" panose="01000000000000000000" pitchFamily="2" charset="0"/>
                <a:ea typeface="Calibri" pitchFamily="34" charset="-122"/>
                <a:cs typeface="Calibri" pitchFamily="34" charset="-120"/>
              </a:rPr>
              <a:t>Weeks 9–12</a:t>
            </a:r>
            <a:endParaRPr lang="en-US" sz="1200">
              <a:latin typeface="RadikalW03-Regular" panose="01000000000000000000" pitchFamily="2" charset="0"/>
            </a:endParaRPr>
          </a:p>
        </p:txBody>
      </p:sp>
      <p:sp>
        <p:nvSpPr>
          <p:cNvPr id="25" name="Text 23"/>
          <p:cNvSpPr/>
          <p:nvPr/>
        </p:nvSpPr>
        <p:spPr>
          <a:xfrm>
            <a:off x="8229600" y="2901696"/>
            <a:ext cx="2987040" cy="1341120"/>
          </a:xfrm>
          <a:prstGeom prst="rect">
            <a:avLst/>
          </a:prstGeom>
          <a:noFill/>
          <a:ln/>
        </p:spPr>
        <p:txBody>
          <a:bodyPr wrap="square" lIns="0" tIns="0" rIns="0" bIns="0" rtlCol="0" anchor="ctr"/>
          <a:lstStyle/>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Security scanning &amp; pen testing</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UAT with pilot group</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ATO documentation support</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Production cutover &amp; admin training</a:t>
            </a:r>
            <a:endParaRPr lang="en-US" sz="1067">
              <a:latin typeface="RadikalW03-Regular" panose="01000000000000000000" pitchFamily="2" charset="0"/>
            </a:endParaRPr>
          </a:p>
        </p:txBody>
      </p:sp>
      <p:sp>
        <p:nvSpPr>
          <p:cNvPr id="26" name="Shape 24"/>
          <p:cNvSpPr/>
          <p:nvPr/>
        </p:nvSpPr>
        <p:spPr>
          <a:xfrm>
            <a:off x="853440" y="4632960"/>
            <a:ext cx="5120640" cy="1645920"/>
          </a:xfrm>
          <a:prstGeom prst="rect">
            <a:avLst/>
          </a:prstGeom>
          <a:solidFill>
            <a:srgbClr val="F7F8FA"/>
          </a:solidFill>
          <a:ln/>
        </p:spPr>
        <p:txBody>
          <a:bodyPr/>
          <a:lstStyle/>
          <a:p>
            <a:endParaRPr lang="en-US">
              <a:latin typeface="RadikalW03-Regular" panose="01000000000000000000" pitchFamily="2" charset="0"/>
            </a:endParaRPr>
          </a:p>
        </p:txBody>
      </p:sp>
      <p:sp>
        <p:nvSpPr>
          <p:cNvPr id="27" name="Shape 25"/>
          <p:cNvSpPr/>
          <p:nvPr/>
        </p:nvSpPr>
        <p:spPr>
          <a:xfrm>
            <a:off x="853440" y="4632960"/>
            <a:ext cx="73152" cy="1645920"/>
          </a:xfrm>
          <a:prstGeom prst="rect">
            <a:avLst/>
          </a:prstGeom>
          <a:solidFill>
            <a:srgbClr val="D97706"/>
          </a:solidFill>
          <a:ln/>
        </p:spPr>
        <p:txBody>
          <a:bodyPr/>
          <a:lstStyle/>
          <a:p>
            <a:endParaRPr lang="en-US">
              <a:latin typeface="RadikalW03-Regular" panose="01000000000000000000" pitchFamily="2" charset="0"/>
            </a:endParaRPr>
          </a:p>
        </p:txBody>
      </p:sp>
      <p:sp>
        <p:nvSpPr>
          <p:cNvPr id="28" name="Text 26"/>
          <p:cNvSpPr/>
          <p:nvPr/>
        </p:nvSpPr>
        <p:spPr>
          <a:xfrm>
            <a:off x="1158240" y="4706112"/>
            <a:ext cx="4632960" cy="268224"/>
          </a:xfrm>
          <a:prstGeom prst="rect">
            <a:avLst/>
          </a:prstGeom>
          <a:noFill/>
          <a:ln/>
        </p:spPr>
        <p:txBody>
          <a:bodyPr wrap="square" lIns="0" tIns="0" rIns="0" bIns="0" rtlCol="0" anchor="ctr"/>
          <a:lstStyle/>
          <a:p>
            <a:r>
              <a:rPr lang="en-US" sz="1333" b="1">
                <a:solidFill>
                  <a:srgbClr val="1A1A2E"/>
                </a:solidFill>
                <a:latin typeface="RadikalW03-Regular" panose="01000000000000000000" pitchFamily="2" charset="0"/>
                <a:ea typeface="Trebuchet MS" pitchFamily="34" charset="-122"/>
                <a:cs typeface="Trebuchet MS" pitchFamily="34" charset="-120"/>
              </a:rPr>
              <a:t>Decision Points</a:t>
            </a:r>
            <a:endParaRPr lang="en-US" sz="1333">
              <a:latin typeface="RadikalW03-Regular" panose="01000000000000000000" pitchFamily="2" charset="0"/>
            </a:endParaRPr>
          </a:p>
        </p:txBody>
      </p:sp>
      <p:sp>
        <p:nvSpPr>
          <p:cNvPr id="29" name="Text 27"/>
          <p:cNvSpPr/>
          <p:nvPr/>
        </p:nvSpPr>
        <p:spPr>
          <a:xfrm>
            <a:off x="1158240" y="4998720"/>
            <a:ext cx="4632960" cy="1158240"/>
          </a:xfrm>
          <a:prstGeom prst="rect">
            <a:avLst/>
          </a:prstGeom>
          <a:noFill/>
          <a:ln/>
        </p:spPr>
        <p:txBody>
          <a:bodyPr wrap="square" lIns="0" tIns="0" rIns="0" bIns="0" rtlCol="0" anchor="ctr"/>
          <a:lstStyle/>
          <a:p>
            <a:pPr marL="457189" indent="-457189">
              <a:lnSpc>
                <a:spcPct val="120000"/>
              </a:lnSpc>
              <a:spcAft>
                <a:spcPts val="267"/>
              </a:spcAft>
              <a:buSzPct val="100000"/>
              <a:buChar char="•"/>
            </a:pPr>
            <a:r>
              <a:rPr lang="en-US" sz="1067">
                <a:solidFill>
                  <a:srgbClr val="4A5568"/>
                </a:solidFill>
                <a:latin typeface="RadikalW03-Regular" panose="01000000000000000000" pitchFamily="2" charset="0"/>
                <a:ea typeface="Calibri" pitchFamily="34" charset="-122"/>
                <a:cs typeface="Calibri" pitchFamily="34" charset="-120"/>
              </a:rPr>
              <a:t>Hosting: On-prem, Cloud.gov, or GovCloud?</a:t>
            </a:r>
            <a:endParaRPr lang="en-US" sz="1067">
              <a:latin typeface="RadikalW03-Regular" panose="01000000000000000000" pitchFamily="2" charset="0"/>
            </a:endParaRPr>
          </a:p>
          <a:p>
            <a:pPr marL="457189" indent="-457189">
              <a:lnSpc>
                <a:spcPct val="120000"/>
              </a:lnSpc>
              <a:spcAft>
                <a:spcPts val="267"/>
              </a:spcAft>
              <a:buSzPct val="100000"/>
              <a:buChar char="•"/>
            </a:pPr>
            <a:r>
              <a:rPr lang="en-US" sz="1067">
                <a:solidFill>
                  <a:srgbClr val="4A5568"/>
                </a:solidFill>
                <a:latin typeface="RadikalW03-Regular" panose="01000000000000000000" pitchFamily="2" charset="0"/>
                <a:ea typeface="Calibri" pitchFamily="34" charset="-122"/>
                <a:cs typeface="Calibri" pitchFamily="34" charset="-120"/>
              </a:rPr>
              <a:t>AI access: FedRAMP'd Anthropic, Azure OpenAI, or internal gateway?</a:t>
            </a:r>
            <a:endParaRPr lang="en-US" sz="1067">
              <a:latin typeface="RadikalW03-Regular" panose="01000000000000000000" pitchFamily="2" charset="0"/>
            </a:endParaRPr>
          </a:p>
          <a:p>
            <a:pPr marL="457189" indent="-457189">
              <a:lnSpc>
                <a:spcPct val="120000"/>
              </a:lnSpc>
              <a:spcAft>
                <a:spcPts val="267"/>
              </a:spcAft>
              <a:buSzPct val="100000"/>
              <a:buChar char="•"/>
            </a:pPr>
            <a:r>
              <a:rPr lang="en-US" sz="1067">
                <a:solidFill>
                  <a:srgbClr val="4A5568"/>
                </a:solidFill>
                <a:latin typeface="RadikalW03-Regular" panose="01000000000000000000" pitchFamily="2" charset="0"/>
                <a:ea typeface="Calibri" pitchFamily="34" charset="-122"/>
                <a:cs typeface="Calibri" pitchFamily="34" charset="-120"/>
              </a:rPr>
              <a:t>ATO: Standalone, or inherit existing boundary?</a:t>
            </a:r>
            <a:endParaRPr lang="en-US" sz="1067">
              <a:latin typeface="RadikalW03-Regular" panose="01000000000000000000" pitchFamily="2" charset="0"/>
            </a:endParaRPr>
          </a:p>
        </p:txBody>
      </p:sp>
      <p:sp>
        <p:nvSpPr>
          <p:cNvPr id="30" name="Shape 28"/>
          <p:cNvSpPr/>
          <p:nvPr/>
        </p:nvSpPr>
        <p:spPr>
          <a:xfrm>
            <a:off x="6217920" y="4632960"/>
            <a:ext cx="5120640" cy="1645920"/>
          </a:xfrm>
          <a:prstGeom prst="rect">
            <a:avLst/>
          </a:prstGeom>
          <a:solidFill>
            <a:srgbClr val="F7F8FA"/>
          </a:solidFill>
          <a:ln/>
        </p:spPr>
        <p:txBody>
          <a:bodyPr/>
          <a:lstStyle/>
          <a:p>
            <a:endParaRPr lang="en-US">
              <a:latin typeface="RadikalW03-Regular" panose="01000000000000000000" pitchFamily="2" charset="0"/>
            </a:endParaRPr>
          </a:p>
        </p:txBody>
      </p:sp>
      <p:sp>
        <p:nvSpPr>
          <p:cNvPr id="31" name="Shape 29"/>
          <p:cNvSpPr/>
          <p:nvPr/>
        </p:nvSpPr>
        <p:spPr>
          <a:xfrm>
            <a:off x="6217920" y="4632960"/>
            <a:ext cx="73152" cy="1645920"/>
          </a:xfrm>
          <a:prstGeom prst="rect">
            <a:avLst/>
          </a:prstGeom>
          <a:solidFill>
            <a:srgbClr val="003B6F"/>
          </a:solidFill>
          <a:ln/>
        </p:spPr>
        <p:txBody>
          <a:bodyPr/>
          <a:lstStyle/>
          <a:p>
            <a:endParaRPr lang="en-US">
              <a:latin typeface="RadikalW03-Regular" panose="01000000000000000000" pitchFamily="2" charset="0"/>
            </a:endParaRPr>
          </a:p>
        </p:txBody>
      </p:sp>
      <p:sp>
        <p:nvSpPr>
          <p:cNvPr id="32" name="Text 30"/>
          <p:cNvSpPr/>
          <p:nvPr/>
        </p:nvSpPr>
        <p:spPr>
          <a:xfrm>
            <a:off x="6522720" y="4706112"/>
            <a:ext cx="4632960" cy="268224"/>
          </a:xfrm>
          <a:prstGeom prst="rect">
            <a:avLst/>
          </a:prstGeom>
          <a:noFill/>
          <a:ln/>
        </p:spPr>
        <p:txBody>
          <a:bodyPr wrap="square" lIns="0" tIns="0" rIns="0" bIns="0" rtlCol="0" anchor="ctr"/>
          <a:lstStyle/>
          <a:p>
            <a:r>
              <a:rPr lang="en-US" sz="1333" b="1">
                <a:solidFill>
                  <a:srgbClr val="1A1A2E"/>
                </a:solidFill>
                <a:latin typeface="RadikalW03-Regular" panose="01000000000000000000" pitchFamily="2" charset="0"/>
                <a:ea typeface="Trebuchet MS" pitchFamily="34" charset="-122"/>
                <a:cs typeface="Trebuchet MS" pitchFamily="34" charset="-120"/>
              </a:rPr>
              <a:t>Key Assumptions</a:t>
            </a:r>
            <a:endParaRPr lang="en-US" sz="1333">
              <a:latin typeface="RadikalW03-Regular" panose="01000000000000000000" pitchFamily="2" charset="0"/>
            </a:endParaRPr>
          </a:p>
        </p:txBody>
      </p:sp>
      <p:sp>
        <p:nvSpPr>
          <p:cNvPr id="33" name="Text 31"/>
          <p:cNvSpPr/>
          <p:nvPr/>
        </p:nvSpPr>
        <p:spPr>
          <a:xfrm>
            <a:off x="6522720" y="4998720"/>
            <a:ext cx="4632960" cy="1158240"/>
          </a:xfrm>
          <a:prstGeom prst="rect">
            <a:avLst/>
          </a:prstGeom>
          <a:noFill/>
          <a:ln/>
        </p:spPr>
        <p:txBody>
          <a:bodyPr wrap="square" lIns="0" tIns="0" rIns="0" bIns="0" rtlCol="0" anchor="ctr"/>
          <a:lstStyle/>
          <a:p>
            <a:pPr marL="457189" indent="-457189">
              <a:lnSpc>
                <a:spcPct val="120000"/>
              </a:lnSpc>
              <a:spcAft>
                <a:spcPts val="267"/>
              </a:spcAft>
              <a:buSzPct val="100000"/>
              <a:buChar char="•"/>
            </a:pPr>
            <a:r>
              <a:rPr lang="en-US" sz="1067">
                <a:solidFill>
                  <a:srgbClr val="4A5568"/>
                </a:solidFill>
                <a:latin typeface="RadikalW03-Regular" panose="01000000000000000000" pitchFamily="2" charset="0"/>
                <a:ea typeface="Calibri" pitchFamily="34" charset="-122"/>
                <a:cs typeface="Calibri" pitchFamily="34" charset="-120"/>
              </a:rPr>
              <a:t>Dedicated 2–3-person team with environment access from day one</a:t>
            </a:r>
            <a:endParaRPr lang="en-US" sz="1067">
              <a:latin typeface="RadikalW03-Regular" panose="01000000000000000000" pitchFamily="2" charset="0"/>
            </a:endParaRPr>
          </a:p>
          <a:p>
            <a:pPr marL="457189" indent="-457189">
              <a:lnSpc>
                <a:spcPct val="120000"/>
              </a:lnSpc>
              <a:spcAft>
                <a:spcPts val="267"/>
              </a:spcAft>
              <a:buSzPct val="100000"/>
              <a:buChar char="•"/>
            </a:pPr>
            <a:r>
              <a:rPr lang="en-US" sz="1067">
                <a:solidFill>
                  <a:srgbClr val="4A5568"/>
                </a:solidFill>
                <a:latin typeface="RadikalW03-Regular" panose="01000000000000000000" pitchFamily="2" charset="0"/>
                <a:ea typeface="Calibri" pitchFamily="34" charset="-122"/>
                <a:cs typeface="Calibri" pitchFamily="34" charset="-120"/>
              </a:rPr>
              <a:t> technical POC empowered to unblock decisions</a:t>
            </a:r>
            <a:endParaRPr lang="en-US" sz="1067">
              <a:latin typeface="RadikalW03-Regular" panose="01000000000000000000" pitchFamily="2" charset="0"/>
            </a:endParaRPr>
          </a:p>
          <a:p>
            <a:pPr marL="457189" indent="-457189">
              <a:lnSpc>
                <a:spcPct val="120000"/>
              </a:lnSpc>
              <a:spcAft>
                <a:spcPts val="267"/>
              </a:spcAft>
              <a:buSzPct val="100000"/>
              <a:buChar char="•"/>
            </a:pPr>
            <a:r>
              <a:rPr lang="en-US" sz="1067">
                <a:solidFill>
                  <a:srgbClr val="4A5568"/>
                </a:solidFill>
                <a:latin typeface="RadikalW03-Regular" panose="01000000000000000000" pitchFamily="2" charset="0"/>
                <a:ea typeface="Calibri" pitchFamily="34" charset="-122"/>
                <a:cs typeface="Calibri" pitchFamily="34" charset="-120"/>
              </a:rPr>
              <a:t>Hosting &amp; AI endpoint available or provisionable within Phase 1</a:t>
            </a:r>
            <a:endParaRPr lang="en-US" sz="1067">
              <a:latin typeface="RadikalW03-Regular" panose="01000000000000000000" pitchFamily="2" charset="0"/>
            </a:endParaRPr>
          </a:p>
          <a:p>
            <a:pPr marL="457189" indent="-457189">
              <a:lnSpc>
                <a:spcPct val="120000"/>
              </a:lnSpc>
              <a:spcAft>
                <a:spcPts val="267"/>
              </a:spcAft>
              <a:buSzPct val="100000"/>
              <a:buChar char="•"/>
            </a:pPr>
            <a:r>
              <a:rPr lang="en-US" sz="1067">
                <a:solidFill>
                  <a:srgbClr val="4A5568"/>
                </a:solidFill>
                <a:latin typeface="RadikalW03-Regular" panose="01000000000000000000" pitchFamily="2" charset="0"/>
                <a:ea typeface="Calibri" pitchFamily="34" charset="-122"/>
                <a:cs typeface="Calibri" pitchFamily="34" charset="-120"/>
              </a:rPr>
              <a:t>Lightweight ATO path (pilot authority or inherited boundary)</a:t>
            </a:r>
            <a:endParaRPr lang="en-US" sz="1067">
              <a:latin typeface="RadikalW03-Regular" panose="01000000000000000000" pitchFamily="2" charset="0"/>
            </a:endParaRPr>
          </a:p>
        </p:txBody>
      </p:sp>
      <p:sp>
        <p:nvSpPr>
          <p:cNvPr id="34" name="Text 32"/>
          <p:cNvSpPr/>
          <p:nvPr/>
        </p:nvSpPr>
        <p:spPr>
          <a:xfrm>
            <a:off x="853440" y="6461760"/>
            <a:ext cx="6096000" cy="304800"/>
          </a:xfrm>
          <a:prstGeom prst="rect">
            <a:avLst/>
          </a:prstGeom>
          <a:noFill/>
          <a:ln/>
        </p:spPr>
        <p:txBody>
          <a:bodyPr wrap="square" lIns="0" tIns="0" rIns="0" bIns="0" rtlCol="0" anchor="ctr"/>
          <a:lstStyle/>
          <a:p>
            <a:r>
              <a:rPr lang="en-US" sz="1067">
                <a:solidFill>
                  <a:srgbClr val="4A5568"/>
                </a:solidFill>
                <a:latin typeface="RadikalW03-Regular" panose="01000000000000000000" pitchFamily="2" charset="0"/>
                <a:ea typeface="Calibri" pitchFamily="34" charset="-122"/>
                <a:cs typeface="Calibri" pitchFamily="34" charset="-120"/>
              </a:rPr>
              <a:t>© 2026 Packaged Agile, LLC. Proprietary and Confidential.</a:t>
            </a:r>
            <a:endParaRPr lang="en-US" sz="1067">
              <a:latin typeface="RadikalW03-Regular" panose="01000000000000000000" pitchFamily="2" charset="0"/>
            </a:endParaRPr>
          </a:p>
        </p:txBody>
      </p:sp>
    </p:spTree>
  </p:cSld>
  <p:clrMapOvr>
    <a:masterClrMapping/>
  </p:clrMapOvr>
</p:sld>
</file>

<file path=ppt/theme/theme1.xml><?xml version="1.0" encoding="utf-8"?>
<a:theme xmlns:a="http://schemas.openxmlformats.org/drawingml/2006/main" name="Office Theme">
  <a:themeElements>
    <a:clrScheme name="Packaged Agile Colors">
      <a:dk1>
        <a:srgbClr val="000000"/>
      </a:dk1>
      <a:lt1>
        <a:srgbClr val="FFFFFF"/>
      </a:lt1>
      <a:dk2>
        <a:srgbClr val="44546A"/>
      </a:dk2>
      <a:lt2>
        <a:srgbClr val="E7E6E6"/>
      </a:lt2>
      <a:accent1>
        <a:srgbClr val="0086CA"/>
      </a:accent1>
      <a:accent2>
        <a:srgbClr val="E5A213"/>
      </a:accent2>
      <a:accent3>
        <a:srgbClr val="F16224"/>
      </a:accent3>
      <a:accent4>
        <a:srgbClr val="503991"/>
      </a:accent4>
      <a:accent5>
        <a:srgbClr val="B40D18"/>
      </a:accent5>
      <a:accent6>
        <a:srgbClr val="539A3D"/>
      </a:accent6>
      <a:hlink>
        <a:srgbClr val="3FACE2"/>
      </a:hlink>
      <a:folHlink>
        <a:srgbClr val="986498"/>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00"/>
        </a:solidFill>
        <a:ln>
          <a:noFill/>
        </a:ln>
      </a:spPr>
      <a:bodyPr rtlCol="0" anchor="t"/>
      <a:lstStyle>
        <a:defPPr algn="ctr">
          <a:lnSpc>
            <a:spcPct val="110000"/>
          </a:lnSpc>
          <a:spcAft>
            <a:spcPts val="600"/>
          </a:spcAft>
          <a:defRPr dirty="0" smtClean="0">
            <a:solidFill>
              <a:sysClr val="windowText" lastClr="000000"/>
            </a:solidFill>
            <a:latin typeface="RadikalW03-Regular" panose="01000000000000000000" pitchFamily="2" charset="0"/>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spAutoFit/>
      </a:bodyPr>
      <a:lstStyle>
        <a:defPPr algn="l">
          <a:lnSpc>
            <a:spcPct val="120000"/>
          </a:lnSpc>
          <a:spcAft>
            <a:spcPts val="1200"/>
          </a:spcAft>
          <a:defRPr dirty="0" smtClean="0">
            <a:latin typeface="RadikalW03-Regular" panose="01000000000000000000" pitchFamily="2" charset="0"/>
          </a:defRPr>
        </a:defPPr>
      </a:lstStyle>
    </a:txDef>
  </a:objectDefaults>
  <a:extraClrSchemeLst/>
  <a:extLst>
    <a:ext uri="{05A4C25C-085E-4340-85A3-A5531E510DB2}">
      <thm15:themeFamily xmlns:thm15="http://schemas.microsoft.com/office/thememl/2012/main" name="PA PowerPoint Template 2024-10-17" id="{E5BC60F3-1986-4FC7-828E-4FD8CB99CCC4}" vid="{2EC86B04-880B-4058-8CA4-226125F58B31}"/>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64239c7-dff5-4dbc-89c5-0622eff42a63">
      <Terms xmlns="http://schemas.microsoft.com/office/infopath/2007/PartnerControls"/>
    </lcf76f155ced4ddcb4097134ff3c332f>
    <TaxCatchAll xmlns="b3abc1ba-4317-4f6b-9823-27b7f84e4470" xsi:nil="true"/>
    <c0209077bfde4f4890e9716ca0fc2b6e xmlns="264239c7-dff5-4dbc-89c5-0622eff42a63">
      <Terms xmlns="http://schemas.microsoft.com/office/infopath/2007/PartnerControls"/>
    </c0209077bfde4f4890e9716ca0fc2b6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FC8A76A8FEFC6468ACB89D6098A9F50" ma:contentTypeVersion="20" ma:contentTypeDescription="Create a new document." ma:contentTypeScope="" ma:versionID="5ed35611633ce1614d6cfc157583a616">
  <xsd:schema xmlns:xsd="http://www.w3.org/2001/XMLSchema" xmlns:xs="http://www.w3.org/2001/XMLSchema" xmlns:p="http://schemas.microsoft.com/office/2006/metadata/properties" xmlns:ns2="264239c7-dff5-4dbc-89c5-0622eff42a63" xmlns:ns3="b3abc1ba-4317-4f6b-9823-27b7f84e4470" targetNamespace="http://schemas.microsoft.com/office/2006/metadata/properties" ma:root="true" ma:fieldsID="0b82cf627c5169d5feba29cbf982983f" ns2:_="" ns3:_="">
    <xsd:import namespace="264239c7-dff5-4dbc-89c5-0622eff42a63"/>
    <xsd:import namespace="b3abc1ba-4317-4f6b-9823-27b7f84e447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c0209077bfde4f4890e9716ca0fc2b6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4239c7-dff5-4dbc-89c5-0622eff42a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e4174dce-25f2-4145-bcbe-984449fda253"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c0209077bfde4f4890e9716ca0fc2b6e" ma:index="21" nillable="true" ma:taxonomy="true" ma:internalName="c0209077bfde4f4890e9716ca0fc2b6e" ma:taxonomyFieldName="Document_x0020_Tag" ma:displayName="Status Tag" ma:default="" ma:fieldId="{c0209077-bfde-4f48-90e9-716ca0fc2b6e}" ma:sspId="e4174dce-25f2-4145-bcbe-984449fda253" ma:termSetId="8ed8c9ea-7052-4c1d-a4d7-b9c10bffea6f" ma:anchorId="e772c4cd-bd3b-46f7-b4d7-e0a67eb0252d" ma:open="true" ma:isKeyword="false">
      <xsd:complexType>
        <xsd:sequence>
          <xsd:element ref="pc:Terms" minOccurs="0" maxOccurs="1"/>
        </xsd:sequence>
      </xsd:complex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3abc1ba-4317-4f6b-9823-27b7f84e447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6706216-35a2-4817-a4f1-5405cbd831d9}" ma:internalName="TaxCatchAll" ma:showField="CatchAllData" ma:web="b3abc1ba-4317-4f6b-9823-27b7f84e44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2A3C319-3245-4727-A5EC-91F2AA50EEB0}">
  <ds:schemaRefs>
    <ds:schemaRef ds:uri="http://schemas.microsoft.com/sharepoint/v3/contenttype/forms"/>
  </ds:schemaRefs>
</ds:datastoreItem>
</file>

<file path=customXml/itemProps2.xml><?xml version="1.0" encoding="utf-8"?>
<ds:datastoreItem xmlns:ds="http://schemas.openxmlformats.org/officeDocument/2006/customXml" ds:itemID="{5F578FEA-68E2-4565-B05C-D8C02AD69070}">
  <ds:schemaRefs>
    <ds:schemaRef ds:uri="264239c7-dff5-4dbc-89c5-0622eff42a63"/>
    <ds:schemaRef ds:uri="b3abc1ba-4317-4f6b-9823-27b7f84e447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F63CFD6-D7DC-45D1-8D93-0E1FDA83FF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64239c7-dff5-4dbc-89c5-0622eff42a63"/>
    <ds:schemaRef ds:uri="b3abc1ba-4317-4f6b-9823-27b7f84e44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792</Words>
  <Application>Microsoft Office PowerPoint</Application>
  <PresentationFormat>Widescreen</PresentationFormat>
  <Paragraphs>111</Paragraphs>
  <Slides>5</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Calibri</vt:lpstr>
      <vt:lpstr>Gibson</vt:lpstr>
      <vt:lpstr>Helvetica Light</vt:lpstr>
      <vt:lpstr>RadikalW03-Regular</vt:lpstr>
      <vt:lpstr>Wingdings</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Witkin</dc:creator>
  <cp:lastModifiedBy>Matt Shankle</cp:lastModifiedBy>
  <cp:revision>2</cp:revision>
  <dcterms:created xsi:type="dcterms:W3CDTF">2022-02-19T17:28:00Z</dcterms:created>
  <dcterms:modified xsi:type="dcterms:W3CDTF">2026-06-08T18:07:08Z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0x0101005FC8A76A8FEFC6468ACB89D6098A9F50</vt:lpwstr>
  </property>
  <property fmtid="{D5CDD505-2E9C-101B-9397-08002B2CF9AE}" pid="3" name="Order">
    <vt:r8>24466800</vt:r8>
  </property>
  <property fmtid="{D5CDD505-2E9C-101B-9397-08002B2CF9AE}" pid="4" name="ComplianceAssetId">
    <vt:lpwstr/>
  </property>
  <property fmtid="{D5CDD505-2E9C-101B-9397-08002B2CF9AE}" pid="5" name="_ExtendedDescription">
    <vt:lpwstr/>
  </property>
  <property fmtid="{D5CDD505-2E9C-101B-9397-08002B2CF9AE}" pid="6" name="TriggerFlowInfo">
    <vt:lpwstr/>
  </property>
  <property fmtid="{D5CDD505-2E9C-101B-9397-08002B2CF9AE}" pid="7" name="Document_x0020_Tag">
    <vt:lpwstr/>
  </property>
  <property fmtid="{D5CDD505-2E9C-101B-9397-08002B2CF9AE}" pid="8" name="MediaServiceImageTags">
    <vt:lpwstr/>
  </property>
  <property fmtid="{D5CDD505-2E9C-101B-9397-08002B2CF9AE}" pid="9" name="Document Tag">
    <vt:lpwstr/>
  </property>
</Properties>
</file>